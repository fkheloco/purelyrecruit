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99" r:id="rId3"/>
    <p:sldId id="284" r:id="rId4"/>
    <p:sldId id="303" r:id="rId5"/>
    <p:sldId id="304" r:id="rId6"/>
    <p:sldId id="305" r:id="rId7"/>
    <p:sldId id="306" r:id="rId8"/>
    <p:sldId id="327" r:id="rId9"/>
    <p:sldId id="307" r:id="rId10"/>
    <p:sldId id="328" r:id="rId11"/>
    <p:sldId id="308" r:id="rId12"/>
    <p:sldId id="309" r:id="rId13"/>
    <p:sldId id="310" r:id="rId14"/>
    <p:sldId id="311" r:id="rId15"/>
    <p:sldId id="325" r:id="rId16"/>
    <p:sldId id="329" r:id="rId17"/>
    <p:sldId id="312" r:id="rId18"/>
    <p:sldId id="313" r:id="rId19"/>
    <p:sldId id="314" r:id="rId20"/>
    <p:sldId id="315" r:id="rId21"/>
    <p:sldId id="318" r:id="rId22"/>
    <p:sldId id="326" r:id="rId23"/>
    <p:sldId id="330" r:id="rId24"/>
    <p:sldId id="323" r:id="rId25"/>
    <p:sldId id="317" r:id="rId26"/>
    <p:sldId id="319" r:id="rId27"/>
    <p:sldId id="321" r:id="rId28"/>
    <p:sldId id="322" r:id="rId29"/>
    <p:sldId id="324" r:id="rId30"/>
    <p:sldId id="33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84E28D-3BDD-42F9-BBDB-8C66111FCBC1}" v="561" dt="2026-02-02T03:53:47.1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9" autoAdjust="0"/>
    <p:restoredTop sz="94660"/>
  </p:normalViewPr>
  <p:slideViewPr>
    <p:cSldViewPr snapToGrid="0">
      <p:cViewPr varScale="1">
        <p:scale>
          <a:sx n="77" d="100"/>
          <a:sy n="77" d="100"/>
        </p:scale>
        <p:origin x="88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irsch" userId="d8fe44f6-f03a-4587-87c9-f6ac4085c99f" providerId="ADAL" clId="{229BF009-D24A-4387-912E-A266BCF9DD82}"/>
    <pc:docChg chg="undo custSel addSld delSld modSld sldOrd">
      <pc:chgData name="David Hirsch" userId="d8fe44f6-f03a-4587-87c9-f6ac4085c99f" providerId="ADAL" clId="{229BF009-D24A-4387-912E-A266BCF9DD82}" dt="2026-02-02T03:53:47.178" v="4608" actId="20577"/>
      <pc:docMkLst>
        <pc:docMk/>
      </pc:docMkLst>
      <pc:sldChg chg="modSp mod modAnim">
        <pc:chgData name="David Hirsch" userId="d8fe44f6-f03a-4587-87c9-f6ac4085c99f" providerId="ADAL" clId="{229BF009-D24A-4387-912E-A266BCF9DD82}" dt="2026-02-02T01:24:36.259" v="4201" actId="255"/>
        <pc:sldMkLst>
          <pc:docMk/>
          <pc:sldMk cId="961082456" sldId="256"/>
        </pc:sldMkLst>
        <pc:spChg chg="mod">
          <ac:chgData name="David Hirsch" userId="d8fe44f6-f03a-4587-87c9-f6ac4085c99f" providerId="ADAL" clId="{229BF009-D24A-4387-912E-A266BCF9DD82}" dt="2026-02-02T01:24:36.259" v="4201" actId="255"/>
          <ac:spMkLst>
            <pc:docMk/>
            <pc:sldMk cId="961082456" sldId="256"/>
            <ac:spMk id="2" creationId="{4A77549E-33CB-0C82-B1E4-56EDCD4B5D33}"/>
          </ac:spMkLst>
        </pc:spChg>
        <pc:spChg chg="mod">
          <ac:chgData name="David Hirsch" userId="d8fe44f6-f03a-4587-87c9-f6ac4085c99f" providerId="ADAL" clId="{229BF009-D24A-4387-912E-A266BCF9DD82}" dt="2026-02-02T00:54:15.042" v="4011" actId="20577"/>
          <ac:spMkLst>
            <pc:docMk/>
            <pc:sldMk cId="961082456" sldId="256"/>
            <ac:spMk id="3" creationId="{A641D711-7F33-7EAE-9842-B738CA355339}"/>
          </ac:spMkLst>
        </pc:spChg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70816505" sldId="260"/>
        </pc:sldMkLst>
      </pc:sldChg>
      <pc:sldChg chg="del">
        <pc:chgData name="David Hirsch" userId="d8fe44f6-f03a-4587-87c9-f6ac4085c99f" providerId="ADAL" clId="{229BF009-D24A-4387-912E-A266BCF9DD82}" dt="2026-02-02T01:00:20.636" v="4175" actId="47"/>
        <pc:sldMkLst>
          <pc:docMk/>
          <pc:sldMk cId="722899827" sldId="261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963983318" sldId="266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404998274" sldId="269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503473994" sldId="271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4171783935" sldId="272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4265701862" sldId="273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1539103478" sldId="274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632884879" sldId="275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446607200" sldId="280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562480893" sldId="281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1229640231" sldId="283"/>
        </pc:sldMkLst>
      </pc:sldChg>
      <pc:sldChg chg="addSp modSp mod modAnim">
        <pc:chgData name="David Hirsch" userId="d8fe44f6-f03a-4587-87c9-f6ac4085c99f" providerId="ADAL" clId="{229BF009-D24A-4387-912E-A266BCF9DD82}" dt="2026-02-02T03:52:07.047" v="4587" actId="692"/>
        <pc:sldMkLst>
          <pc:docMk/>
          <pc:sldMk cId="540026479" sldId="284"/>
        </pc:sldMkLst>
        <pc:spChg chg="mod">
          <ac:chgData name="David Hirsch" userId="d8fe44f6-f03a-4587-87c9-f6ac4085c99f" providerId="ADAL" clId="{229BF009-D24A-4387-912E-A266BCF9DD82}" dt="2026-02-02T00:55:32.378" v="4036" actId="20577"/>
          <ac:spMkLst>
            <pc:docMk/>
            <pc:sldMk cId="540026479" sldId="284"/>
            <ac:spMk id="2" creationId="{D6B97606-5AD3-5C34-E7B0-A1870978716E}"/>
          </ac:spMkLst>
        </pc:spChg>
        <pc:spChg chg="mod">
          <ac:chgData name="David Hirsch" userId="d8fe44f6-f03a-4587-87c9-f6ac4085c99f" providerId="ADAL" clId="{229BF009-D24A-4387-912E-A266BCF9DD82}" dt="2026-02-01T22:51:37.421" v="1722" actId="20577"/>
          <ac:spMkLst>
            <pc:docMk/>
            <pc:sldMk cId="540026479" sldId="284"/>
            <ac:spMk id="3" creationId="{8EC87B57-FCBA-C139-08C9-B04E13710168}"/>
          </ac:spMkLst>
        </pc:spChg>
        <pc:cxnChg chg="add mod">
          <ac:chgData name="David Hirsch" userId="d8fe44f6-f03a-4587-87c9-f6ac4085c99f" providerId="ADAL" clId="{229BF009-D24A-4387-912E-A266BCF9DD82}" dt="2026-02-02T03:52:07.047" v="4587" actId="692"/>
          <ac:cxnSpMkLst>
            <pc:docMk/>
            <pc:sldMk cId="540026479" sldId="284"/>
            <ac:cxnSpMk id="5" creationId="{3B309D4D-4094-4D23-28F1-E5056622A35F}"/>
          </ac:cxnSpMkLst>
        </pc:cxnChg>
      </pc:sldChg>
      <pc:sldChg chg="modSp del mod ord">
        <pc:chgData name="David Hirsch" userId="d8fe44f6-f03a-4587-87c9-f6ac4085c99f" providerId="ADAL" clId="{229BF009-D24A-4387-912E-A266BCF9DD82}" dt="2026-02-02T00:16:22.594" v="3371" actId="47"/>
        <pc:sldMkLst>
          <pc:docMk/>
          <pc:sldMk cId="1497463309" sldId="285"/>
        </pc:sldMkLst>
        <pc:spChg chg="mod">
          <ac:chgData name="David Hirsch" userId="d8fe44f6-f03a-4587-87c9-f6ac4085c99f" providerId="ADAL" clId="{229BF009-D24A-4387-912E-A266BCF9DD82}" dt="2026-02-01T22:51:10.839" v="1718" actId="20577"/>
          <ac:spMkLst>
            <pc:docMk/>
            <pc:sldMk cId="1497463309" sldId="285"/>
            <ac:spMk id="2" creationId="{5402395C-05AC-9ED2-796A-95C7197CDDCB}"/>
          </ac:spMkLst>
        </pc:spChg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956322144" sldId="286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4195870812" sldId="288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789918621" sldId="289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473197532" sldId="290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005694213" sldId="291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895568029" sldId="292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582531966" sldId="293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3318290027" sldId="294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849931958" sldId="295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85502496" sldId="296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2266993472" sldId="297"/>
        </pc:sldMkLst>
      </pc:sldChg>
      <pc:sldChg chg="del">
        <pc:chgData name="David Hirsch" userId="d8fe44f6-f03a-4587-87c9-f6ac4085c99f" providerId="ADAL" clId="{229BF009-D24A-4387-912E-A266BCF9DD82}" dt="2026-02-01T15:32:17.934" v="85" actId="2696"/>
        <pc:sldMkLst>
          <pc:docMk/>
          <pc:sldMk cId="665133504" sldId="298"/>
        </pc:sldMkLst>
      </pc:sldChg>
      <pc:sldChg chg="addSp delSp modSp mod setBg addAnim">
        <pc:chgData name="David Hirsch" userId="d8fe44f6-f03a-4587-87c9-f6ac4085c99f" providerId="ADAL" clId="{229BF009-D24A-4387-912E-A266BCF9DD82}" dt="2026-02-02T02:50:40.339" v="4277" actId="27636"/>
        <pc:sldMkLst>
          <pc:docMk/>
          <pc:sldMk cId="699584730" sldId="299"/>
        </pc:sldMkLst>
        <pc:spChg chg="mod">
          <ac:chgData name="David Hirsch" userId="d8fe44f6-f03a-4587-87c9-f6ac4085c99f" providerId="ADAL" clId="{229BF009-D24A-4387-912E-A266BCF9DD82}" dt="2026-02-02T02:50:40.339" v="4277" actId="27636"/>
          <ac:spMkLst>
            <pc:docMk/>
            <pc:sldMk cId="699584730" sldId="299"/>
            <ac:spMk id="2" creationId="{1805FE07-1F61-B7FD-E87A-A95B5D751727}"/>
          </ac:spMkLst>
        </pc:spChg>
        <pc:spChg chg="add del mod">
          <ac:chgData name="David Hirsch" userId="d8fe44f6-f03a-4587-87c9-f6ac4085c99f" providerId="ADAL" clId="{229BF009-D24A-4387-912E-A266BCF9DD82}" dt="2026-02-02T02:38:29.949" v="4239" actId="478"/>
          <ac:spMkLst>
            <pc:docMk/>
            <pc:sldMk cId="699584730" sldId="299"/>
            <ac:spMk id="3" creationId="{4A3EE47C-8369-8D6A-BEC3-DE6F2015D4B4}"/>
          </ac:spMkLst>
        </pc:spChg>
        <pc:spChg chg="add">
          <ac:chgData name="David Hirsch" userId="d8fe44f6-f03a-4587-87c9-f6ac4085c99f" providerId="ADAL" clId="{229BF009-D24A-4387-912E-A266BCF9DD82}" dt="2026-02-02T01:56:11.364" v="4210"/>
          <ac:spMkLst>
            <pc:docMk/>
            <pc:sldMk cId="699584730" sldId="299"/>
            <ac:spMk id="4" creationId="{81EFFB46-53F4-5782-DF07-3C2D04DD72B9}"/>
          </ac:spMkLst>
        </pc:spChg>
        <pc:spChg chg="add">
          <ac:chgData name="David Hirsch" userId="d8fe44f6-f03a-4587-87c9-f6ac4085c99f" providerId="ADAL" clId="{229BF009-D24A-4387-912E-A266BCF9DD82}" dt="2026-02-02T01:56:16.800" v="4211"/>
          <ac:spMkLst>
            <pc:docMk/>
            <pc:sldMk cId="699584730" sldId="299"/>
            <ac:spMk id="5" creationId="{C0944C96-2464-8CD2-8A23-BACD15E224B5}"/>
          </ac:spMkLst>
        </pc:spChg>
        <pc:spChg chg="add">
          <ac:chgData name="David Hirsch" userId="d8fe44f6-f03a-4587-87c9-f6ac4085c99f" providerId="ADAL" clId="{229BF009-D24A-4387-912E-A266BCF9DD82}" dt="2026-02-02T02:01:16.360" v="4212"/>
          <ac:spMkLst>
            <pc:docMk/>
            <pc:sldMk cId="699584730" sldId="299"/>
            <ac:spMk id="6" creationId="{F0A1D276-E06D-5468-40DB-E3A06EA62024}"/>
          </ac:spMkLst>
        </pc:spChg>
        <pc:spChg chg="add">
          <ac:chgData name="David Hirsch" userId="d8fe44f6-f03a-4587-87c9-f6ac4085c99f" providerId="ADAL" clId="{229BF009-D24A-4387-912E-A266BCF9DD82}" dt="2026-02-02T02:01:21.490" v="4213"/>
          <ac:spMkLst>
            <pc:docMk/>
            <pc:sldMk cId="699584730" sldId="299"/>
            <ac:spMk id="7" creationId="{55342133-7D9F-1165-3547-ADFF133C64F0}"/>
          </ac:spMkLst>
        </pc:spChg>
        <pc:grpChg chg="add">
          <ac:chgData name="David Hirsch" userId="d8fe44f6-f03a-4587-87c9-f6ac4085c99f" providerId="ADAL" clId="{229BF009-D24A-4387-912E-A266BCF9DD82}" dt="2026-02-02T02:38:45.930" v="4243" actId="26606"/>
          <ac:grpSpMkLst>
            <pc:docMk/>
            <pc:sldMk cId="699584730" sldId="299"/>
            <ac:grpSpMk id="14" creationId="{AC7171C6-EA46-47D6-AAE3-DD4CA0393C5E}"/>
          </ac:grpSpMkLst>
        </pc:grpChg>
        <pc:grpChg chg="add">
          <ac:chgData name="David Hirsch" userId="d8fe44f6-f03a-4587-87c9-f6ac4085c99f" providerId="ADAL" clId="{229BF009-D24A-4387-912E-A266BCF9DD82}" dt="2026-02-02T02:38:45.930" v="4243" actId="26606"/>
          <ac:grpSpMkLst>
            <pc:docMk/>
            <pc:sldMk cId="699584730" sldId="299"/>
            <ac:grpSpMk id="18" creationId="{1A7C43DF-6C62-45B8-95AA-FD5810A86604}"/>
          </ac:grpSpMkLst>
        </pc:grpChg>
        <pc:grpChg chg="add">
          <ac:chgData name="David Hirsch" userId="d8fe44f6-f03a-4587-87c9-f6ac4085c99f" providerId="ADAL" clId="{229BF009-D24A-4387-912E-A266BCF9DD82}" dt="2026-02-02T02:38:45.930" v="4243" actId="26606"/>
          <ac:grpSpMkLst>
            <pc:docMk/>
            <pc:sldMk cId="699584730" sldId="299"/>
            <ac:grpSpMk id="74" creationId="{D0D26923-EE65-4E57-B679-61B80FBCAAB1}"/>
          </ac:grpSpMkLst>
        </pc:grpChg>
        <pc:picChg chg="add mod">
          <ac:chgData name="David Hirsch" userId="d8fe44f6-f03a-4587-87c9-f6ac4085c99f" providerId="ADAL" clId="{229BF009-D24A-4387-912E-A266BCF9DD82}" dt="2026-02-02T02:38:45.930" v="4243" actId="26606"/>
          <ac:picMkLst>
            <pc:docMk/>
            <pc:sldMk cId="699584730" sldId="299"/>
            <ac:picMk id="9" creationId="{B0EB0278-C53B-0227-205D-7D8F65005B31}"/>
          </ac:picMkLst>
        </pc:picChg>
      </pc:sldChg>
      <pc:sldChg chg="del">
        <pc:chgData name="David Hirsch" userId="d8fe44f6-f03a-4587-87c9-f6ac4085c99f" providerId="ADAL" clId="{229BF009-D24A-4387-912E-A266BCF9DD82}" dt="2026-02-01T14:56:26.931" v="84" actId="47"/>
        <pc:sldMkLst>
          <pc:docMk/>
          <pc:sldMk cId="646009013" sldId="300"/>
        </pc:sldMkLst>
      </pc:sldChg>
      <pc:sldChg chg="addSp modSp add del mod">
        <pc:chgData name="David Hirsch" userId="d8fe44f6-f03a-4587-87c9-f6ac4085c99f" providerId="ADAL" clId="{229BF009-D24A-4387-912E-A266BCF9DD82}" dt="2026-02-02T02:50:46.244" v="4278" actId="47"/>
        <pc:sldMkLst>
          <pc:docMk/>
          <pc:sldMk cId="2584635088" sldId="301"/>
        </pc:sldMkLst>
        <pc:spChg chg="mod">
          <ac:chgData name="David Hirsch" userId="d8fe44f6-f03a-4587-87c9-f6ac4085c99f" providerId="ADAL" clId="{229BF009-D24A-4387-912E-A266BCF9DD82}" dt="2026-02-01T14:56:19.154" v="83" actId="20577"/>
          <ac:spMkLst>
            <pc:docMk/>
            <pc:sldMk cId="2584635088" sldId="301"/>
            <ac:spMk id="2" creationId="{01092C4E-EDA1-0826-E0A0-254C09FE3390}"/>
          </ac:spMkLst>
        </pc:spChg>
        <pc:spChg chg="add mod">
          <ac:chgData name="David Hirsch" userId="d8fe44f6-f03a-4587-87c9-f6ac4085c99f" providerId="ADAL" clId="{229BF009-D24A-4387-912E-A266BCF9DD82}" dt="2026-02-02T01:04:51.710" v="4179"/>
          <ac:spMkLst>
            <pc:docMk/>
            <pc:sldMk cId="2584635088" sldId="301"/>
            <ac:spMk id="3" creationId="{F7D4ECA6-06A5-E273-71C8-2D1747189720}"/>
          </ac:spMkLst>
        </pc:spChg>
      </pc:sldChg>
      <pc:sldChg chg="addSp modSp add del mod">
        <pc:chgData name="David Hirsch" userId="d8fe44f6-f03a-4587-87c9-f6ac4085c99f" providerId="ADAL" clId="{229BF009-D24A-4387-912E-A266BCF9DD82}" dt="2026-02-02T02:50:47.367" v="4279" actId="47"/>
        <pc:sldMkLst>
          <pc:docMk/>
          <pc:sldMk cId="1805889777" sldId="302"/>
        </pc:sldMkLst>
        <pc:spChg chg="mod">
          <ac:chgData name="David Hirsch" userId="d8fe44f6-f03a-4587-87c9-f6ac4085c99f" providerId="ADAL" clId="{229BF009-D24A-4387-912E-A266BCF9DD82}" dt="2026-02-01T15:32:33.703" v="94" actId="20577"/>
          <ac:spMkLst>
            <pc:docMk/>
            <pc:sldMk cId="1805889777" sldId="302"/>
            <ac:spMk id="2" creationId="{FF327212-EF36-FC01-60E4-1F8C7F0CBFA1}"/>
          </ac:spMkLst>
        </pc:spChg>
        <pc:spChg chg="add mod">
          <ac:chgData name="David Hirsch" userId="d8fe44f6-f03a-4587-87c9-f6ac4085c99f" providerId="ADAL" clId="{229BF009-D24A-4387-912E-A266BCF9DD82}" dt="2026-02-02T01:04:52.570" v="4180"/>
          <ac:spMkLst>
            <pc:docMk/>
            <pc:sldMk cId="1805889777" sldId="302"/>
            <ac:spMk id="3" creationId="{937E04CA-7FB5-C9FB-3F9C-E9810AEE6F42}"/>
          </ac:spMkLst>
        </pc:spChg>
      </pc:sldChg>
      <pc:sldChg chg="addSp delSp modSp add mod ord setBg delDesignElem">
        <pc:chgData name="David Hirsch" userId="d8fe44f6-f03a-4587-87c9-f6ac4085c99f" providerId="ADAL" clId="{229BF009-D24A-4387-912E-A266BCF9DD82}" dt="2026-02-02T03:52:25.920" v="4589" actId="1076"/>
        <pc:sldMkLst>
          <pc:docMk/>
          <pc:sldMk cId="1904237285" sldId="303"/>
        </pc:sldMkLst>
        <pc:spChg chg="mod">
          <ac:chgData name="David Hirsch" userId="d8fe44f6-f03a-4587-87c9-f6ac4085c99f" providerId="ADAL" clId="{229BF009-D24A-4387-912E-A266BCF9DD82}" dt="2026-02-02T00:55:58.881" v="4061" actId="1036"/>
          <ac:spMkLst>
            <pc:docMk/>
            <pc:sldMk cId="1904237285" sldId="303"/>
            <ac:spMk id="2" creationId="{E62EAB1A-A875-AACF-996F-475EDD12498F}"/>
          </ac:spMkLst>
        </pc:spChg>
        <pc:spChg chg="mod">
          <ac:chgData name="David Hirsch" userId="d8fe44f6-f03a-4587-87c9-f6ac4085c99f" providerId="ADAL" clId="{229BF009-D24A-4387-912E-A266BCF9DD82}" dt="2026-02-02T00:51:45.881" v="3986" actId="207"/>
          <ac:spMkLst>
            <pc:docMk/>
            <pc:sldMk cId="1904237285" sldId="303"/>
            <ac:spMk id="6" creationId="{DE36456E-A00A-E75E-B476-48F38A0D5A21}"/>
          </ac:spMkLst>
        </pc:spChg>
        <pc:spChg chg="del">
          <ac:chgData name="David Hirsch" userId="d8fe44f6-f03a-4587-87c9-f6ac4085c99f" providerId="ADAL" clId="{229BF009-D24A-4387-912E-A266BCF9DD82}" dt="2026-02-01T15:34:25.435" v="194"/>
          <ac:spMkLst>
            <pc:docMk/>
            <pc:sldMk cId="1904237285" sldId="303"/>
            <ac:spMk id="145" creationId="{9B4E67D6-FC4E-A9CC-A222-6ABBBD38B17A}"/>
          </ac:spMkLst>
        </pc:spChg>
        <pc:grpChg chg="del">
          <ac:chgData name="David Hirsch" userId="d8fe44f6-f03a-4587-87c9-f6ac4085c99f" providerId="ADAL" clId="{229BF009-D24A-4387-912E-A266BCF9DD82}" dt="2026-02-01T15:34:25.435" v="194"/>
          <ac:grpSpMkLst>
            <pc:docMk/>
            <pc:sldMk cId="1904237285" sldId="303"/>
            <ac:grpSpMk id="104" creationId="{2D11C12C-7CB8-42BD-EEFB-FDAF0259F15B}"/>
          </ac:grpSpMkLst>
        </pc:grpChg>
        <pc:grpChg chg="del">
          <ac:chgData name="David Hirsch" userId="d8fe44f6-f03a-4587-87c9-f6ac4085c99f" providerId="ADAL" clId="{229BF009-D24A-4387-912E-A266BCF9DD82}" dt="2026-02-01T15:34:25.435" v="194"/>
          <ac:grpSpMkLst>
            <pc:docMk/>
            <pc:sldMk cId="1904237285" sldId="303"/>
            <ac:grpSpMk id="147" creationId="{822DD07F-5296-28E7-0BFA-270779874861}"/>
          </ac:grpSpMkLst>
        </pc:grpChg>
        <pc:grpChg chg="del">
          <ac:chgData name="David Hirsch" userId="d8fe44f6-f03a-4587-87c9-f6ac4085c99f" providerId="ADAL" clId="{229BF009-D24A-4387-912E-A266BCF9DD82}" dt="2026-02-01T15:34:25.435" v="194"/>
          <ac:grpSpMkLst>
            <pc:docMk/>
            <pc:sldMk cId="1904237285" sldId="303"/>
            <ac:grpSpMk id="178" creationId="{AA679B1D-42C6-7732-44DC-00ABA953BEC5}"/>
          </ac:grpSpMkLst>
        </pc:grpChg>
        <pc:picChg chg="del">
          <ac:chgData name="David Hirsch" userId="d8fe44f6-f03a-4587-87c9-f6ac4085c99f" providerId="ADAL" clId="{229BF009-D24A-4387-912E-A266BCF9DD82}" dt="2026-02-01T15:34:25.435" v="194"/>
          <ac:picMkLst>
            <pc:docMk/>
            <pc:sldMk cId="1904237285" sldId="303"/>
            <ac:picMk id="102" creationId="{CC15303F-A76B-FF93-CB4B-E27B89B9A413}"/>
          </ac:picMkLst>
        </pc:picChg>
        <pc:cxnChg chg="add mod">
          <ac:chgData name="David Hirsch" userId="d8fe44f6-f03a-4587-87c9-f6ac4085c99f" providerId="ADAL" clId="{229BF009-D24A-4387-912E-A266BCF9DD82}" dt="2026-02-02T03:52:25.920" v="4589" actId="1076"/>
          <ac:cxnSpMkLst>
            <pc:docMk/>
            <pc:sldMk cId="1904237285" sldId="303"/>
            <ac:cxnSpMk id="3" creationId="{89FA1D4D-AEA4-1D78-9A3C-FD7B02F9D0C2}"/>
          </ac:cxnSpMkLst>
        </pc:cxnChg>
        <pc:cxnChg chg="del">
          <ac:chgData name="David Hirsch" userId="d8fe44f6-f03a-4587-87c9-f6ac4085c99f" providerId="ADAL" clId="{229BF009-D24A-4387-912E-A266BCF9DD82}" dt="2026-02-01T15:34:25.435" v="194"/>
          <ac:cxnSpMkLst>
            <pc:docMk/>
            <pc:sldMk cId="1904237285" sldId="303"/>
            <ac:cxnSpMk id="176" creationId="{6C58BC6D-A512-DE41-C620-F7870ECAFE05}"/>
          </ac:cxnSpMkLst>
        </pc:cxnChg>
      </pc:sldChg>
      <pc:sldChg chg="addSp modSp add mod modTransition modAnim">
        <pc:chgData name="David Hirsch" userId="d8fe44f6-f03a-4587-87c9-f6ac4085c99f" providerId="ADAL" clId="{229BF009-D24A-4387-912E-A266BCF9DD82}" dt="2026-02-02T03:52:28.104" v="4590"/>
        <pc:sldMkLst>
          <pc:docMk/>
          <pc:sldMk cId="1562826332" sldId="304"/>
        </pc:sldMkLst>
        <pc:spChg chg="mod">
          <ac:chgData name="David Hirsch" userId="d8fe44f6-f03a-4587-87c9-f6ac4085c99f" providerId="ADAL" clId="{229BF009-D24A-4387-912E-A266BCF9DD82}" dt="2026-02-02T00:56:08.318" v="4086" actId="1036"/>
          <ac:spMkLst>
            <pc:docMk/>
            <pc:sldMk cId="1562826332" sldId="304"/>
            <ac:spMk id="2" creationId="{63C6F031-C0DD-36B8-909C-DB017C8413A9}"/>
          </ac:spMkLst>
        </pc:spChg>
        <pc:spChg chg="mod">
          <ac:chgData name="David Hirsch" userId="d8fe44f6-f03a-4587-87c9-f6ac4085c99f" providerId="ADAL" clId="{229BF009-D24A-4387-912E-A266BCF9DD82}" dt="2026-02-02T00:51:42.561" v="3985" actId="207"/>
          <ac:spMkLst>
            <pc:docMk/>
            <pc:sldMk cId="1562826332" sldId="304"/>
            <ac:spMk id="6" creationId="{0F275373-AEBD-7942-F302-0DDA9C1EEC8E}"/>
          </ac:spMkLst>
        </pc:spChg>
        <pc:cxnChg chg="add mod">
          <ac:chgData name="David Hirsch" userId="d8fe44f6-f03a-4587-87c9-f6ac4085c99f" providerId="ADAL" clId="{229BF009-D24A-4387-912E-A266BCF9DD82}" dt="2026-02-02T03:52:28.104" v="4590"/>
          <ac:cxnSpMkLst>
            <pc:docMk/>
            <pc:sldMk cId="1562826332" sldId="304"/>
            <ac:cxnSpMk id="3" creationId="{7463502B-24DE-1A5B-A323-C9CE90162E3E}"/>
          </ac:cxnSpMkLst>
        </pc:cxnChg>
      </pc:sldChg>
      <pc:sldChg chg="addSp modSp add mod modTransition modAnim">
        <pc:chgData name="David Hirsch" userId="d8fe44f6-f03a-4587-87c9-f6ac4085c99f" providerId="ADAL" clId="{229BF009-D24A-4387-912E-A266BCF9DD82}" dt="2026-02-02T03:52:29.074" v="4591"/>
        <pc:sldMkLst>
          <pc:docMk/>
          <pc:sldMk cId="653055578" sldId="305"/>
        </pc:sldMkLst>
        <pc:spChg chg="mod">
          <ac:chgData name="David Hirsch" userId="d8fe44f6-f03a-4587-87c9-f6ac4085c99f" providerId="ADAL" clId="{229BF009-D24A-4387-912E-A266BCF9DD82}" dt="2026-02-02T00:56:19.520" v="4111" actId="1036"/>
          <ac:spMkLst>
            <pc:docMk/>
            <pc:sldMk cId="653055578" sldId="305"/>
            <ac:spMk id="2" creationId="{0F05EE9A-C637-2889-9915-C5147FB205A5}"/>
          </ac:spMkLst>
        </pc:spChg>
        <pc:spChg chg="mod">
          <ac:chgData name="David Hirsch" userId="d8fe44f6-f03a-4587-87c9-f6ac4085c99f" providerId="ADAL" clId="{229BF009-D24A-4387-912E-A266BCF9DD82}" dt="2026-02-02T00:51:38.638" v="3984" actId="207"/>
          <ac:spMkLst>
            <pc:docMk/>
            <pc:sldMk cId="653055578" sldId="305"/>
            <ac:spMk id="6" creationId="{9F9D24AF-0E7D-F937-4CB5-B530FCAB4893}"/>
          </ac:spMkLst>
        </pc:spChg>
        <pc:cxnChg chg="add mod">
          <ac:chgData name="David Hirsch" userId="d8fe44f6-f03a-4587-87c9-f6ac4085c99f" providerId="ADAL" clId="{229BF009-D24A-4387-912E-A266BCF9DD82}" dt="2026-02-02T03:52:29.074" v="4591"/>
          <ac:cxnSpMkLst>
            <pc:docMk/>
            <pc:sldMk cId="653055578" sldId="305"/>
            <ac:cxnSpMk id="3" creationId="{ACC03175-BA2D-0A37-02E3-81B3536B4A59}"/>
          </ac:cxnSpMkLst>
        </pc:cxnChg>
      </pc:sldChg>
      <pc:sldChg chg="addSp modSp add mod modAnim">
        <pc:chgData name="David Hirsch" userId="d8fe44f6-f03a-4587-87c9-f6ac4085c99f" providerId="ADAL" clId="{229BF009-D24A-4387-912E-A266BCF9DD82}" dt="2026-02-02T03:53:47.178" v="4608" actId="20577"/>
        <pc:sldMkLst>
          <pc:docMk/>
          <pc:sldMk cId="1124401153" sldId="306"/>
        </pc:sldMkLst>
        <pc:spChg chg="mod">
          <ac:chgData name="David Hirsch" userId="d8fe44f6-f03a-4587-87c9-f6ac4085c99f" providerId="ADAL" clId="{229BF009-D24A-4387-912E-A266BCF9DD82}" dt="2026-02-02T03:53:47.178" v="4608" actId="20577"/>
          <ac:spMkLst>
            <pc:docMk/>
            <pc:sldMk cId="1124401153" sldId="306"/>
            <ac:spMk id="2" creationId="{56506F03-42EC-94C1-D130-96CF0BDBB4A2}"/>
          </ac:spMkLst>
        </pc:spChg>
        <pc:spChg chg="mod">
          <ac:chgData name="David Hirsch" userId="d8fe44f6-f03a-4587-87c9-f6ac4085c99f" providerId="ADAL" clId="{229BF009-D24A-4387-912E-A266BCF9DD82}" dt="2026-02-02T00:51:31.088" v="3983" actId="207"/>
          <ac:spMkLst>
            <pc:docMk/>
            <pc:sldMk cId="1124401153" sldId="306"/>
            <ac:spMk id="6" creationId="{21A72970-6490-B868-EEAE-3589FA997BA0}"/>
          </ac:spMkLst>
        </pc:spChg>
        <pc:cxnChg chg="add mod">
          <ac:chgData name="David Hirsch" userId="d8fe44f6-f03a-4587-87c9-f6ac4085c99f" providerId="ADAL" clId="{229BF009-D24A-4387-912E-A266BCF9DD82}" dt="2026-02-02T03:52:40.208" v="4594" actId="14100"/>
          <ac:cxnSpMkLst>
            <pc:docMk/>
            <pc:sldMk cId="1124401153" sldId="306"/>
            <ac:cxnSpMk id="3" creationId="{3AAF20F8-89AA-4AB0-C84F-8F781D24BA9F}"/>
          </ac:cxnSpMkLst>
        </pc:cxnChg>
      </pc:sldChg>
      <pc:sldChg chg="addSp modSp add mod modTransition modAnim">
        <pc:chgData name="David Hirsch" userId="d8fe44f6-f03a-4587-87c9-f6ac4085c99f" providerId="ADAL" clId="{229BF009-D24A-4387-912E-A266BCF9DD82}" dt="2026-02-02T03:12:24.486" v="4502"/>
        <pc:sldMkLst>
          <pc:docMk/>
          <pc:sldMk cId="3552898853" sldId="307"/>
        </pc:sldMkLst>
        <pc:spChg chg="mod">
          <ac:chgData name="David Hirsch" userId="d8fe44f6-f03a-4587-87c9-f6ac4085c99f" providerId="ADAL" clId="{229BF009-D24A-4387-912E-A266BCF9DD82}" dt="2026-02-02T00:57:45.742" v="4158" actId="20577"/>
          <ac:spMkLst>
            <pc:docMk/>
            <pc:sldMk cId="3552898853" sldId="307"/>
            <ac:spMk id="2" creationId="{28C32CAE-754D-AEAA-291A-A7080BCE7059}"/>
          </ac:spMkLst>
        </pc:spChg>
        <pc:spChg chg="add mod">
          <ac:chgData name="David Hirsch" userId="d8fe44f6-f03a-4587-87c9-f6ac4085c99f" providerId="ADAL" clId="{229BF009-D24A-4387-912E-A266BCF9DD82}" dt="2026-02-02T00:45:57.899" v="3820" actId="20577"/>
          <ac:spMkLst>
            <pc:docMk/>
            <pc:sldMk cId="3552898853" sldId="307"/>
            <ac:spMk id="3" creationId="{BEE56D64-B3FD-A87A-D8C7-499599B23B6A}"/>
          </ac:spMkLst>
        </pc:spChg>
        <pc:spChg chg="mod">
          <ac:chgData name="David Hirsch" userId="d8fe44f6-f03a-4587-87c9-f6ac4085c99f" providerId="ADAL" clId="{229BF009-D24A-4387-912E-A266BCF9DD82}" dt="2026-02-02T00:09:35.075" v="3313" actId="207"/>
          <ac:spMkLst>
            <pc:docMk/>
            <pc:sldMk cId="3552898853" sldId="307"/>
            <ac:spMk id="6" creationId="{3E91CD6F-269F-38A3-A1F3-FF8B06DCE51F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2:38.025" v="4505"/>
        <pc:sldMkLst>
          <pc:docMk/>
          <pc:sldMk cId="3163290877" sldId="308"/>
        </pc:sldMkLst>
        <pc:spChg chg="mod">
          <ac:chgData name="David Hirsch" userId="d8fe44f6-f03a-4587-87c9-f6ac4085c99f" providerId="ADAL" clId="{229BF009-D24A-4387-912E-A266BCF9DD82}" dt="2026-02-02T00:46:32.867" v="3829" actId="20577"/>
          <ac:spMkLst>
            <pc:docMk/>
            <pc:sldMk cId="3163290877" sldId="308"/>
            <ac:spMk id="2" creationId="{2CEB39A1-1CB9-B84E-C139-3A61D84A3EB8}"/>
          </ac:spMkLst>
        </pc:spChg>
        <pc:spChg chg="add del mod">
          <ac:chgData name="David Hirsch" userId="d8fe44f6-f03a-4587-87c9-f6ac4085c99f" providerId="ADAL" clId="{229BF009-D24A-4387-912E-A266BCF9DD82}" dt="2026-02-01T23:22:21.397" v="2809" actId="478"/>
          <ac:spMkLst>
            <pc:docMk/>
            <pc:sldMk cId="3163290877" sldId="308"/>
            <ac:spMk id="4" creationId="{CC1DA73B-05EF-9EB1-3674-E24E66B6137C}"/>
          </ac:spMkLst>
        </pc:spChg>
        <pc:spChg chg="add mod">
          <ac:chgData name="David Hirsch" userId="d8fe44f6-f03a-4587-87c9-f6ac4085c99f" providerId="ADAL" clId="{229BF009-D24A-4387-912E-A266BCF9DD82}" dt="2026-02-02T00:43:43.217" v="3751" actId="20577"/>
          <ac:spMkLst>
            <pc:docMk/>
            <pc:sldMk cId="3163290877" sldId="308"/>
            <ac:spMk id="5" creationId="{C4C2AF7D-6B7E-EB1D-D4A1-4A1000E3636D}"/>
          </ac:spMkLst>
        </pc:spChg>
        <pc:spChg chg="del">
          <ac:chgData name="David Hirsch" userId="d8fe44f6-f03a-4587-87c9-f6ac4085c99f" providerId="ADAL" clId="{229BF009-D24A-4387-912E-A266BCF9DD82}" dt="2026-02-01T23:22:09.632" v="2804" actId="478"/>
          <ac:spMkLst>
            <pc:docMk/>
            <pc:sldMk cId="3163290877" sldId="308"/>
            <ac:spMk id="6" creationId="{109B6E62-39D4-6283-CF6D-1BED9F915698}"/>
          </ac:spMkLst>
        </pc:spChg>
        <pc:spChg chg="add mod">
          <ac:chgData name="David Hirsch" userId="d8fe44f6-f03a-4587-87c9-f6ac4085c99f" providerId="ADAL" clId="{229BF009-D24A-4387-912E-A266BCF9DD82}" dt="2026-02-02T00:51:18.619" v="3982" actId="20577"/>
          <ac:spMkLst>
            <pc:docMk/>
            <pc:sldMk cId="3163290877" sldId="308"/>
            <ac:spMk id="7" creationId="{23BEA1E5-7C56-F73C-BE10-6C34FE500A3E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7:16.246" v="4509"/>
        <pc:sldMkLst>
          <pc:docMk/>
          <pc:sldMk cId="1125535804" sldId="309"/>
        </pc:sldMkLst>
        <pc:spChg chg="mod">
          <ac:chgData name="David Hirsch" userId="d8fe44f6-f03a-4587-87c9-f6ac4085c99f" providerId="ADAL" clId="{229BF009-D24A-4387-912E-A266BCF9DD82}" dt="2026-02-02T00:47:09.658" v="3847" actId="1036"/>
          <ac:spMkLst>
            <pc:docMk/>
            <pc:sldMk cId="1125535804" sldId="309"/>
            <ac:spMk id="2" creationId="{362D66E8-4B14-0C46-4C76-26B1F3C80485}"/>
          </ac:spMkLst>
        </pc:spChg>
        <pc:spChg chg="add del mod">
          <ac:chgData name="David Hirsch" userId="d8fe44f6-f03a-4587-87c9-f6ac4085c99f" providerId="ADAL" clId="{229BF009-D24A-4387-912E-A266BCF9DD82}" dt="2026-02-01T23:22:19.443" v="2808" actId="478"/>
          <ac:spMkLst>
            <pc:docMk/>
            <pc:sldMk cId="1125535804" sldId="309"/>
            <ac:spMk id="4" creationId="{988CFA7D-67DE-D2CD-4D67-9CA3D9BFDF06}"/>
          </ac:spMkLst>
        </pc:spChg>
        <pc:spChg chg="add mod">
          <ac:chgData name="David Hirsch" userId="d8fe44f6-f03a-4587-87c9-f6ac4085c99f" providerId="ADAL" clId="{229BF009-D24A-4387-912E-A266BCF9DD82}" dt="2026-02-02T00:10:33.314" v="3315" actId="207"/>
          <ac:spMkLst>
            <pc:docMk/>
            <pc:sldMk cId="1125535804" sldId="309"/>
            <ac:spMk id="5" creationId="{89E46B61-C487-EED3-B6F4-33EFF4DA8825}"/>
          </ac:spMkLst>
        </pc:spChg>
        <pc:spChg chg="del">
          <ac:chgData name="David Hirsch" userId="d8fe44f6-f03a-4587-87c9-f6ac4085c99f" providerId="ADAL" clId="{229BF009-D24A-4387-912E-A266BCF9DD82}" dt="2026-02-01T23:22:14.986" v="2806" actId="478"/>
          <ac:spMkLst>
            <pc:docMk/>
            <pc:sldMk cId="1125535804" sldId="309"/>
            <ac:spMk id="6" creationId="{E07A302B-4D01-2939-3148-952F3C3BDBFD}"/>
          </ac:spMkLst>
        </pc:spChg>
        <pc:spChg chg="add mod">
          <ac:chgData name="David Hirsch" userId="d8fe44f6-f03a-4587-87c9-f6ac4085c99f" providerId="ADAL" clId="{229BF009-D24A-4387-912E-A266BCF9DD82}" dt="2026-02-02T00:51:13.281" v="3978" actId="20577"/>
          <ac:spMkLst>
            <pc:docMk/>
            <pc:sldMk cId="1125535804" sldId="309"/>
            <ac:spMk id="7" creationId="{D7B6EB2C-E0BC-28D3-3319-8E9B57AD3365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7:59.874" v="4514"/>
        <pc:sldMkLst>
          <pc:docMk/>
          <pc:sldMk cId="1880350125" sldId="310"/>
        </pc:sldMkLst>
        <pc:spChg chg="mod">
          <ac:chgData name="David Hirsch" userId="d8fe44f6-f03a-4587-87c9-f6ac4085c99f" providerId="ADAL" clId="{229BF009-D24A-4387-912E-A266BCF9DD82}" dt="2026-02-02T00:48:01.536" v="3886" actId="20577"/>
          <ac:spMkLst>
            <pc:docMk/>
            <pc:sldMk cId="1880350125" sldId="310"/>
            <ac:spMk id="2" creationId="{0C89485C-D429-BFED-8D74-B2CFBB85E166}"/>
          </ac:spMkLst>
        </pc:spChg>
        <pc:spChg chg="add mod">
          <ac:chgData name="David Hirsch" userId="d8fe44f6-f03a-4587-87c9-f6ac4085c99f" providerId="ADAL" clId="{229BF009-D24A-4387-912E-A266BCF9DD82}" dt="2026-02-02T00:15:14.361" v="3359" actId="207"/>
          <ac:spMkLst>
            <pc:docMk/>
            <pc:sldMk cId="1880350125" sldId="310"/>
            <ac:spMk id="3" creationId="{3F49F641-E94D-8F7E-5ACC-DCBC975097C6}"/>
          </ac:spMkLst>
        </pc:spChg>
        <pc:spChg chg="add del mod">
          <ac:chgData name="David Hirsch" userId="d8fe44f6-f03a-4587-87c9-f6ac4085c99f" providerId="ADAL" clId="{229BF009-D24A-4387-912E-A266BCF9DD82}" dt="2026-02-01T23:22:28.353" v="2812" actId="478"/>
          <ac:spMkLst>
            <pc:docMk/>
            <pc:sldMk cId="1880350125" sldId="310"/>
            <ac:spMk id="5" creationId="{CE953BDD-5C7F-F844-3F62-36A0E35B82FD}"/>
          </ac:spMkLst>
        </pc:spChg>
        <pc:spChg chg="del">
          <ac:chgData name="David Hirsch" userId="d8fe44f6-f03a-4587-87c9-f6ac4085c99f" providerId="ADAL" clId="{229BF009-D24A-4387-912E-A266BCF9DD82}" dt="2026-02-01T23:22:27.196" v="2811" actId="478"/>
          <ac:spMkLst>
            <pc:docMk/>
            <pc:sldMk cId="1880350125" sldId="310"/>
            <ac:spMk id="6" creationId="{93E03DAB-3D81-B26D-3C84-52EB93C52B0C}"/>
          </ac:spMkLst>
        </pc:spChg>
        <pc:spChg chg="add mod">
          <ac:chgData name="David Hirsch" userId="d8fe44f6-f03a-4587-87c9-f6ac4085c99f" providerId="ADAL" clId="{229BF009-D24A-4387-912E-A266BCF9DD82}" dt="2026-02-02T00:51:07.596" v="3974" actId="20577"/>
          <ac:spMkLst>
            <pc:docMk/>
            <pc:sldMk cId="1880350125" sldId="310"/>
            <ac:spMk id="7" creationId="{3B002B46-C07D-74D9-5A4E-0AE3F12005EA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8:27.446" v="4520"/>
        <pc:sldMkLst>
          <pc:docMk/>
          <pc:sldMk cId="1584331172" sldId="311"/>
        </pc:sldMkLst>
        <pc:spChg chg="mod">
          <ac:chgData name="David Hirsch" userId="d8fe44f6-f03a-4587-87c9-f6ac4085c99f" providerId="ADAL" clId="{229BF009-D24A-4387-912E-A266BCF9DD82}" dt="2026-02-02T00:47:55.772" v="3885" actId="1035"/>
          <ac:spMkLst>
            <pc:docMk/>
            <pc:sldMk cId="1584331172" sldId="311"/>
            <ac:spMk id="2" creationId="{F4FDDDCC-1961-8FA8-7042-33CCAE3F17B3}"/>
          </ac:spMkLst>
        </pc:spChg>
        <pc:spChg chg="add del mod">
          <ac:chgData name="David Hirsch" userId="d8fe44f6-f03a-4587-87c9-f6ac4085c99f" providerId="ADAL" clId="{229BF009-D24A-4387-912E-A266BCF9DD82}" dt="2026-02-01T23:22:37.122" v="2814" actId="478"/>
          <ac:spMkLst>
            <pc:docMk/>
            <pc:sldMk cId="1584331172" sldId="311"/>
            <ac:spMk id="4" creationId="{1DD2BA0B-6F5A-C0D1-6234-97938868D3A3}"/>
          </ac:spMkLst>
        </pc:spChg>
        <pc:spChg chg="add mod">
          <ac:chgData name="David Hirsch" userId="d8fe44f6-f03a-4587-87c9-f6ac4085c99f" providerId="ADAL" clId="{229BF009-D24A-4387-912E-A266BCF9DD82}" dt="2026-02-02T00:15:18.931" v="3360" actId="207"/>
          <ac:spMkLst>
            <pc:docMk/>
            <pc:sldMk cId="1584331172" sldId="311"/>
            <ac:spMk id="5" creationId="{90C65507-24E8-BE03-1C59-2958D0CB7F23}"/>
          </ac:spMkLst>
        </pc:spChg>
        <pc:spChg chg="del">
          <ac:chgData name="David Hirsch" userId="d8fe44f6-f03a-4587-87c9-f6ac4085c99f" providerId="ADAL" clId="{229BF009-D24A-4387-912E-A266BCF9DD82}" dt="2026-02-01T23:22:31.663" v="2813" actId="478"/>
          <ac:spMkLst>
            <pc:docMk/>
            <pc:sldMk cId="1584331172" sldId="311"/>
            <ac:spMk id="6" creationId="{CC1ECE9E-F3D5-AB3D-A2BA-23DFC3084CDD}"/>
          </ac:spMkLst>
        </pc:spChg>
        <pc:spChg chg="add mod">
          <ac:chgData name="David Hirsch" userId="d8fe44f6-f03a-4587-87c9-f6ac4085c99f" providerId="ADAL" clId="{229BF009-D24A-4387-912E-A266BCF9DD82}" dt="2026-02-02T00:51:02.331" v="3970" actId="20577"/>
          <ac:spMkLst>
            <pc:docMk/>
            <pc:sldMk cId="1584331172" sldId="311"/>
            <ac:spMk id="7" creationId="{9091E3B4-88B0-1D2A-6CD1-8C1AF3498DA1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8:40.720" v="4523"/>
        <pc:sldMkLst>
          <pc:docMk/>
          <pc:sldMk cId="50628809" sldId="312"/>
        </pc:sldMkLst>
        <pc:spChg chg="mod">
          <ac:chgData name="David Hirsch" userId="d8fe44f6-f03a-4587-87c9-f6ac4085c99f" providerId="ADAL" clId="{229BF009-D24A-4387-912E-A266BCF9DD82}" dt="2026-02-02T00:48:40.669" v="3932" actId="20577"/>
          <ac:spMkLst>
            <pc:docMk/>
            <pc:sldMk cId="50628809" sldId="312"/>
            <ac:spMk id="2" creationId="{980AE1CD-125C-5E8F-9419-64A97F4D5DC0}"/>
          </ac:spMkLst>
        </pc:spChg>
        <pc:spChg chg="add del mod">
          <ac:chgData name="David Hirsch" userId="d8fe44f6-f03a-4587-87c9-f6ac4085c99f" providerId="ADAL" clId="{229BF009-D24A-4387-912E-A266BCF9DD82}" dt="2026-02-01T23:22:43.735" v="2817" actId="478"/>
          <ac:spMkLst>
            <pc:docMk/>
            <pc:sldMk cId="50628809" sldId="312"/>
            <ac:spMk id="4" creationId="{2DE22F2C-2B1C-6BA0-8D07-0C2E35E4C83B}"/>
          </ac:spMkLst>
        </pc:spChg>
        <pc:spChg chg="add mod">
          <ac:chgData name="David Hirsch" userId="d8fe44f6-f03a-4587-87c9-f6ac4085c99f" providerId="ADAL" clId="{229BF009-D24A-4387-912E-A266BCF9DD82}" dt="2026-02-02T00:15:22.653" v="3361" actId="207"/>
          <ac:spMkLst>
            <pc:docMk/>
            <pc:sldMk cId="50628809" sldId="312"/>
            <ac:spMk id="5" creationId="{0D7B254B-5820-8A7C-7684-3984DC704C35}"/>
          </ac:spMkLst>
        </pc:spChg>
        <pc:spChg chg="del">
          <ac:chgData name="David Hirsch" userId="d8fe44f6-f03a-4587-87c9-f6ac4085c99f" providerId="ADAL" clId="{229BF009-D24A-4387-912E-A266BCF9DD82}" dt="2026-02-01T23:22:42.169" v="2816" actId="478"/>
          <ac:spMkLst>
            <pc:docMk/>
            <pc:sldMk cId="50628809" sldId="312"/>
            <ac:spMk id="6" creationId="{7C9AA509-0F9E-05FF-91DC-FC8642AD163E}"/>
          </ac:spMkLst>
        </pc:spChg>
        <pc:spChg chg="add mod">
          <ac:chgData name="David Hirsch" userId="d8fe44f6-f03a-4587-87c9-f6ac4085c99f" providerId="ADAL" clId="{229BF009-D24A-4387-912E-A266BCF9DD82}" dt="2026-02-02T00:50:56.347" v="3966" actId="20577"/>
          <ac:spMkLst>
            <pc:docMk/>
            <pc:sldMk cId="50628809" sldId="312"/>
            <ac:spMk id="7" creationId="{89D8E5BB-A1D1-B955-B000-7412CC1A4905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8:53.821" v="4527"/>
        <pc:sldMkLst>
          <pc:docMk/>
          <pc:sldMk cId="4293001256" sldId="313"/>
        </pc:sldMkLst>
        <pc:spChg chg="mod">
          <ac:chgData name="David Hirsch" userId="d8fe44f6-f03a-4587-87c9-f6ac4085c99f" providerId="ADAL" clId="{229BF009-D24A-4387-912E-A266BCF9DD82}" dt="2026-02-02T00:49:38.839" v="3939" actId="20577"/>
          <ac:spMkLst>
            <pc:docMk/>
            <pc:sldMk cId="4293001256" sldId="313"/>
            <ac:spMk id="2" creationId="{3A0CC578-C182-0504-FAD9-B45B93E7161D}"/>
          </ac:spMkLst>
        </pc:spChg>
        <pc:spChg chg="add del mod">
          <ac:chgData name="David Hirsch" userId="d8fe44f6-f03a-4587-87c9-f6ac4085c99f" providerId="ADAL" clId="{229BF009-D24A-4387-912E-A266BCF9DD82}" dt="2026-02-01T23:22:50.790" v="2820" actId="478"/>
          <ac:spMkLst>
            <pc:docMk/>
            <pc:sldMk cId="4293001256" sldId="313"/>
            <ac:spMk id="4" creationId="{1A248123-3C2C-BF3C-0798-CE730D3FD920}"/>
          </ac:spMkLst>
        </pc:spChg>
        <pc:spChg chg="add mod">
          <ac:chgData name="David Hirsch" userId="d8fe44f6-f03a-4587-87c9-f6ac4085c99f" providerId="ADAL" clId="{229BF009-D24A-4387-912E-A266BCF9DD82}" dt="2026-02-02T00:15:26.040" v="3362" actId="207"/>
          <ac:spMkLst>
            <pc:docMk/>
            <pc:sldMk cId="4293001256" sldId="313"/>
            <ac:spMk id="5" creationId="{B55E7AEE-9659-459F-2D33-FF7C12BD91B9}"/>
          </ac:spMkLst>
        </pc:spChg>
        <pc:spChg chg="del">
          <ac:chgData name="David Hirsch" userId="d8fe44f6-f03a-4587-87c9-f6ac4085c99f" providerId="ADAL" clId="{229BF009-D24A-4387-912E-A266BCF9DD82}" dt="2026-02-01T23:22:48.710" v="2819" actId="478"/>
          <ac:spMkLst>
            <pc:docMk/>
            <pc:sldMk cId="4293001256" sldId="313"/>
            <ac:spMk id="6" creationId="{CA0F8818-98BB-005C-1DF6-DCB1331F3217}"/>
          </ac:spMkLst>
        </pc:spChg>
        <pc:spChg chg="add mod">
          <ac:chgData name="David Hirsch" userId="d8fe44f6-f03a-4587-87c9-f6ac4085c99f" providerId="ADAL" clId="{229BF009-D24A-4387-912E-A266BCF9DD82}" dt="2026-02-02T00:48:53.498" v="3933"/>
          <ac:spMkLst>
            <pc:docMk/>
            <pc:sldMk cId="4293001256" sldId="313"/>
            <ac:spMk id="7" creationId="{587522D5-ED5B-154E-E8A0-D55D882FD5DF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9:06.269" v="4532"/>
        <pc:sldMkLst>
          <pc:docMk/>
          <pc:sldMk cId="1736013433" sldId="314"/>
        </pc:sldMkLst>
        <pc:spChg chg="mod">
          <ac:chgData name="David Hirsch" userId="d8fe44f6-f03a-4587-87c9-f6ac4085c99f" providerId="ADAL" clId="{229BF009-D24A-4387-912E-A266BCF9DD82}" dt="2026-02-02T00:49:43.953" v="3941" actId="20577"/>
          <ac:spMkLst>
            <pc:docMk/>
            <pc:sldMk cId="1736013433" sldId="314"/>
            <ac:spMk id="2" creationId="{C8E987AA-455C-6E76-C26B-BA1A7B21218F}"/>
          </ac:spMkLst>
        </pc:spChg>
        <pc:spChg chg="add del mod">
          <ac:chgData name="David Hirsch" userId="d8fe44f6-f03a-4587-87c9-f6ac4085c99f" providerId="ADAL" clId="{229BF009-D24A-4387-912E-A266BCF9DD82}" dt="2026-02-01T23:22:57.723" v="2823" actId="478"/>
          <ac:spMkLst>
            <pc:docMk/>
            <pc:sldMk cId="1736013433" sldId="314"/>
            <ac:spMk id="4" creationId="{4CD67D36-5B06-11E1-FEC4-21D24BD406E7}"/>
          </ac:spMkLst>
        </pc:spChg>
        <pc:spChg chg="add mod">
          <ac:chgData name="David Hirsch" userId="d8fe44f6-f03a-4587-87c9-f6ac4085c99f" providerId="ADAL" clId="{229BF009-D24A-4387-912E-A266BCF9DD82}" dt="2026-02-02T00:15:28.615" v="3363" actId="207"/>
          <ac:spMkLst>
            <pc:docMk/>
            <pc:sldMk cId="1736013433" sldId="314"/>
            <ac:spMk id="5" creationId="{7D99A481-F885-12D9-CE5F-56353FB8D1C8}"/>
          </ac:spMkLst>
        </pc:spChg>
        <pc:spChg chg="del">
          <ac:chgData name="David Hirsch" userId="d8fe44f6-f03a-4587-87c9-f6ac4085c99f" providerId="ADAL" clId="{229BF009-D24A-4387-912E-A266BCF9DD82}" dt="2026-02-01T23:22:55.255" v="2822" actId="478"/>
          <ac:spMkLst>
            <pc:docMk/>
            <pc:sldMk cId="1736013433" sldId="314"/>
            <ac:spMk id="6" creationId="{7C9C5E16-F357-F672-2B98-DA3C475CE29C}"/>
          </ac:spMkLst>
        </pc:spChg>
        <pc:spChg chg="add mod">
          <ac:chgData name="David Hirsch" userId="d8fe44f6-f03a-4587-87c9-f6ac4085c99f" providerId="ADAL" clId="{229BF009-D24A-4387-912E-A266BCF9DD82}" dt="2026-02-02T00:48:58.090" v="3935"/>
          <ac:spMkLst>
            <pc:docMk/>
            <pc:sldMk cId="1736013433" sldId="314"/>
            <ac:spMk id="7" creationId="{D1E874BD-D775-6A6B-930A-02690DA15777}"/>
          </ac:spMkLst>
        </pc:spChg>
      </pc:sldChg>
      <pc:sldChg chg="addSp delSp modSp add mod modAnim">
        <pc:chgData name="David Hirsch" userId="d8fe44f6-f03a-4587-87c9-f6ac4085c99f" providerId="ADAL" clId="{229BF009-D24A-4387-912E-A266BCF9DD82}" dt="2026-02-02T03:19:20.948" v="4538"/>
        <pc:sldMkLst>
          <pc:docMk/>
          <pc:sldMk cId="269313717" sldId="315"/>
        </pc:sldMkLst>
        <pc:spChg chg="mod">
          <ac:chgData name="David Hirsch" userId="d8fe44f6-f03a-4587-87c9-f6ac4085c99f" providerId="ADAL" clId="{229BF009-D24A-4387-912E-A266BCF9DD82}" dt="2026-02-02T00:50:32.194" v="3962" actId="1036"/>
          <ac:spMkLst>
            <pc:docMk/>
            <pc:sldMk cId="269313717" sldId="315"/>
            <ac:spMk id="2" creationId="{E70D78F9-A5F6-48C8-148C-427A55672B20}"/>
          </ac:spMkLst>
        </pc:spChg>
        <pc:spChg chg="add del mod">
          <ac:chgData name="David Hirsch" userId="d8fe44f6-f03a-4587-87c9-f6ac4085c99f" providerId="ADAL" clId="{229BF009-D24A-4387-912E-A266BCF9DD82}" dt="2026-02-01T23:23:05.037" v="2826" actId="478"/>
          <ac:spMkLst>
            <pc:docMk/>
            <pc:sldMk cId="269313717" sldId="315"/>
            <ac:spMk id="4" creationId="{A3BAA76E-4AB9-6E20-FE0B-9EA8DD1C5826}"/>
          </ac:spMkLst>
        </pc:spChg>
        <pc:spChg chg="add mod">
          <ac:chgData name="David Hirsch" userId="d8fe44f6-f03a-4587-87c9-f6ac4085c99f" providerId="ADAL" clId="{229BF009-D24A-4387-912E-A266BCF9DD82}" dt="2026-02-02T00:15:32.406" v="3364" actId="207"/>
          <ac:spMkLst>
            <pc:docMk/>
            <pc:sldMk cId="269313717" sldId="315"/>
            <ac:spMk id="5" creationId="{130E5CB4-550B-1144-1FDD-1ECC951371C7}"/>
          </ac:spMkLst>
        </pc:spChg>
        <pc:spChg chg="del">
          <ac:chgData name="David Hirsch" userId="d8fe44f6-f03a-4587-87c9-f6ac4085c99f" providerId="ADAL" clId="{229BF009-D24A-4387-912E-A266BCF9DD82}" dt="2026-02-01T23:23:02.974" v="2825" actId="478"/>
          <ac:spMkLst>
            <pc:docMk/>
            <pc:sldMk cId="269313717" sldId="315"/>
            <ac:spMk id="6" creationId="{67D08824-C618-54EB-EFB5-85C0BFC6B5B1}"/>
          </ac:spMkLst>
        </pc:spChg>
        <pc:spChg chg="add mod">
          <ac:chgData name="David Hirsch" userId="d8fe44f6-f03a-4587-87c9-f6ac4085c99f" providerId="ADAL" clId="{229BF009-D24A-4387-912E-A266BCF9DD82}" dt="2026-02-02T00:49:01.449" v="3936"/>
          <ac:spMkLst>
            <pc:docMk/>
            <pc:sldMk cId="269313717" sldId="315"/>
            <ac:spMk id="7" creationId="{6239F0AA-B2E6-9D34-AFE8-6ED81FF598B0}"/>
          </ac:spMkLst>
        </pc:spChg>
      </pc:sldChg>
      <pc:sldChg chg="modSp add del mod">
        <pc:chgData name="David Hirsch" userId="d8fe44f6-f03a-4587-87c9-f6ac4085c99f" providerId="ADAL" clId="{229BF009-D24A-4387-912E-A266BCF9DD82}" dt="2026-02-01T22:59:41.840" v="2403" actId="47"/>
        <pc:sldMkLst>
          <pc:docMk/>
          <pc:sldMk cId="3729322281" sldId="316"/>
        </pc:sldMkLst>
        <pc:spChg chg="mod">
          <ac:chgData name="David Hirsch" userId="d8fe44f6-f03a-4587-87c9-f6ac4085c99f" providerId="ADAL" clId="{229BF009-D24A-4387-912E-A266BCF9DD82}" dt="2026-02-01T22:58:43.260" v="2318" actId="20577"/>
          <ac:spMkLst>
            <pc:docMk/>
            <pc:sldMk cId="3729322281" sldId="316"/>
            <ac:spMk id="2" creationId="{D01A50C0-A251-84CF-424F-5A1A8D7CDE68}"/>
          </ac:spMkLst>
        </pc:spChg>
      </pc:sldChg>
      <pc:sldChg chg="addSp delSp modSp add mod setBg">
        <pc:chgData name="David Hirsch" userId="d8fe44f6-f03a-4587-87c9-f6ac4085c99f" providerId="ADAL" clId="{229BF009-D24A-4387-912E-A266BCF9DD82}" dt="2026-02-02T00:15:56.640" v="3367" actId="207"/>
        <pc:sldMkLst>
          <pc:docMk/>
          <pc:sldMk cId="3971649090" sldId="317"/>
        </pc:sldMkLst>
        <pc:spChg chg="mod ord">
          <ac:chgData name="David Hirsch" userId="d8fe44f6-f03a-4587-87c9-f6ac4085c99f" providerId="ADAL" clId="{229BF009-D24A-4387-912E-A266BCF9DD82}" dt="2026-02-01T23:59:03.304" v="3033" actId="26606"/>
          <ac:spMkLst>
            <pc:docMk/>
            <pc:sldMk cId="3971649090" sldId="317"/>
            <ac:spMk id="2" creationId="{DD4DEC25-3266-9867-E8D5-46C7DACB490C}"/>
          </ac:spMkLst>
        </pc:spChg>
        <pc:spChg chg="add del mod">
          <ac:chgData name="David Hirsch" userId="d8fe44f6-f03a-4587-87c9-f6ac4085c99f" providerId="ADAL" clId="{229BF009-D24A-4387-912E-A266BCF9DD82}" dt="2026-02-01T23:23:20.516" v="2832" actId="478"/>
          <ac:spMkLst>
            <pc:docMk/>
            <pc:sldMk cId="3971649090" sldId="317"/>
            <ac:spMk id="4" creationId="{2E1CF5A1-7F16-7518-A5E4-8AB2A76382A6}"/>
          </ac:spMkLst>
        </pc:spChg>
        <pc:spChg chg="add mod">
          <ac:chgData name="David Hirsch" userId="d8fe44f6-f03a-4587-87c9-f6ac4085c99f" providerId="ADAL" clId="{229BF009-D24A-4387-912E-A266BCF9DD82}" dt="2026-02-02T00:15:56.640" v="3367" actId="207"/>
          <ac:spMkLst>
            <pc:docMk/>
            <pc:sldMk cId="3971649090" sldId="317"/>
            <ac:spMk id="5" creationId="{4D7BABBE-9EE5-5366-E5A0-6BAA967BA87E}"/>
          </ac:spMkLst>
        </pc:spChg>
        <pc:spChg chg="del mod">
          <ac:chgData name="David Hirsch" userId="d8fe44f6-f03a-4587-87c9-f6ac4085c99f" providerId="ADAL" clId="{229BF009-D24A-4387-912E-A266BCF9DD82}" dt="2026-02-01T23:23:19.326" v="2831" actId="478"/>
          <ac:spMkLst>
            <pc:docMk/>
            <pc:sldMk cId="3971649090" sldId="317"/>
            <ac:spMk id="6" creationId="{12EE2EBA-7AD2-AB5C-6381-E4ED65494D5B}"/>
          </ac:spMkLst>
        </pc:spChg>
        <pc:spChg chg="add del mod">
          <ac:chgData name="David Hirsch" userId="d8fe44f6-f03a-4587-87c9-f6ac4085c99f" providerId="ADAL" clId="{229BF009-D24A-4387-912E-A266BCF9DD82}" dt="2026-02-01T23:41:24.557" v="2955" actId="478"/>
          <ac:spMkLst>
            <pc:docMk/>
            <pc:sldMk cId="3971649090" sldId="317"/>
            <ac:spMk id="7" creationId="{C1DF7C41-D945-EDD6-C5B0-41247FED6023}"/>
          </ac:spMkLst>
        </pc:spChg>
        <pc:spChg chg="add del mod">
          <ac:chgData name="David Hirsch" userId="d8fe44f6-f03a-4587-87c9-f6ac4085c99f" providerId="ADAL" clId="{229BF009-D24A-4387-912E-A266BCF9DD82}" dt="2026-02-01T23:41:22.984" v="2954" actId="478"/>
          <ac:spMkLst>
            <pc:docMk/>
            <pc:sldMk cId="3971649090" sldId="317"/>
            <ac:spMk id="8" creationId="{7AD9D626-E050-39CB-B776-ED1C0FD49715}"/>
          </ac:spMkLst>
        </pc:spChg>
        <pc:spChg chg="add del mod">
          <ac:chgData name="David Hirsch" userId="d8fe44f6-f03a-4587-87c9-f6ac4085c99f" providerId="ADAL" clId="{229BF009-D24A-4387-912E-A266BCF9DD82}" dt="2026-02-01T23:41:21.729" v="2953" actId="478"/>
          <ac:spMkLst>
            <pc:docMk/>
            <pc:sldMk cId="3971649090" sldId="317"/>
            <ac:spMk id="9" creationId="{5CDFEAB8-253D-5B50-8368-F809AFE99335}"/>
          </ac:spMkLst>
        </pc:spChg>
        <pc:spChg chg="add del mod">
          <ac:chgData name="David Hirsch" userId="d8fe44f6-f03a-4587-87c9-f6ac4085c99f" providerId="ADAL" clId="{229BF009-D24A-4387-912E-A266BCF9DD82}" dt="2026-02-01T23:41:20.378" v="2952" actId="478"/>
          <ac:spMkLst>
            <pc:docMk/>
            <pc:sldMk cId="3971649090" sldId="317"/>
            <ac:spMk id="10" creationId="{1B5D2065-71AD-DCAA-B8C9-1BBF24EF77AD}"/>
          </ac:spMkLst>
        </pc:spChg>
        <pc:spChg chg="add del mod">
          <ac:chgData name="David Hirsch" userId="d8fe44f6-f03a-4587-87c9-f6ac4085c99f" providerId="ADAL" clId="{229BF009-D24A-4387-912E-A266BCF9DD82}" dt="2026-02-01T23:45:46.870" v="3010" actId="478"/>
          <ac:spMkLst>
            <pc:docMk/>
            <pc:sldMk cId="3971649090" sldId="317"/>
            <ac:spMk id="16" creationId="{B98DAC41-E6CC-A8AD-1EAF-AA17EFAAFFF5}"/>
          </ac:spMkLst>
        </pc:spChg>
        <pc:spChg chg="add del">
          <ac:chgData name="David Hirsch" userId="d8fe44f6-f03a-4587-87c9-f6ac4085c99f" providerId="ADAL" clId="{229BF009-D24A-4387-912E-A266BCF9DD82}" dt="2026-02-01T23:58:42.215" v="3027" actId="26606"/>
          <ac:spMkLst>
            <pc:docMk/>
            <pc:sldMk cId="3971649090" sldId="317"/>
            <ac:spMk id="24" creationId="{0E24CF0B-9BD9-4126-80C9-FF28141ACF1A}"/>
          </ac:spMkLst>
        </pc:spChg>
        <pc:spChg chg="add del">
          <ac:chgData name="David Hirsch" userId="d8fe44f6-f03a-4587-87c9-f6ac4085c99f" providerId="ADAL" clId="{229BF009-D24A-4387-912E-A266BCF9DD82}" dt="2026-02-01T23:59:03.304" v="3033" actId="26606"/>
          <ac:spMkLst>
            <pc:docMk/>
            <pc:sldMk cId="3971649090" sldId="317"/>
            <ac:spMk id="25" creationId="{E514B1EB-1EB9-4A85-9C31-C41C1A7CE745}"/>
          </ac:spMkLst>
        </pc:spChg>
        <pc:spChg chg="add mod">
          <ac:chgData name="David Hirsch" userId="d8fe44f6-f03a-4587-87c9-f6ac4085c99f" providerId="ADAL" clId="{229BF009-D24A-4387-912E-A266BCF9DD82}" dt="2026-02-02T00:01:24.790" v="3076" actId="1076"/>
          <ac:spMkLst>
            <pc:docMk/>
            <pc:sldMk cId="3971649090" sldId="317"/>
            <ac:spMk id="27" creationId="{1A4CC9A1-93C8-FF9A-D0E5-D81E5AFE4256}"/>
          </ac:spMkLst>
        </pc:spChg>
        <pc:graphicFrameChg chg="add mod">
          <ac:chgData name="David Hirsch" userId="d8fe44f6-f03a-4587-87c9-f6ac4085c99f" providerId="ADAL" clId="{229BF009-D24A-4387-912E-A266BCF9DD82}" dt="2026-02-01T23:41:30.406" v="2956"/>
          <ac:graphicFrameMkLst>
            <pc:docMk/>
            <pc:sldMk cId="3971649090" sldId="317"/>
            <ac:graphicFrameMk id="11" creationId="{494B729E-2A43-738F-EAE6-0FF78EFC4F6B}"/>
          </ac:graphicFrameMkLst>
        </pc:graphicFrameChg>
        <pc:graphicFrameChg chg="add mod">
          <ac:chgData name="David Hirsch" userId="d8fe44f6-f03a-4587-87c9-f6ac4085c99f" providerId="ADAL" clId="{229BF009-D24A-4387-912E-A266BCF9DD82}" dt="2026-02-01T23:41:36.933" v="2957"/>
          <ac:graphicFrameMkLst>
            <pc:docMk/>
            <pc:sldMk cId="3971649090" sldId="317"/>
            <ac:graphicFrameMk id="12" creationId="{C7956F4B-AA2D-3DBB-C2A1-2C927AD7AB1B}"/>
          </ac:graphicFrameMkLst>
        </pc:graphicFrameChg>
        <pc:graphicFrameChg chg="add mod">
          <ac:chgData name="David Hirsch" userId="d8fe44f6-f03a-4587-87c9-f6ac4085c99f" providerId="ADAL" clId="{229BF009-D24A-4387-912E-A266BCF9DD82}" dt="2026-02-01T23:41:43.667" v="2958"/>
          <ac:graphicFrameMkLst>
            <pc:docMk/>
            <pc:sldMk cId="3971649090" sldId="317"/>
            <ac:graphicFrameMk id="13" creationId="{29BB402E-882A-25E8-0BF0-452BD22F4567}"/>
          </ac:graphicFrameMkLst>
        </pc:graphicFrameChg>
        <pc:graphicFrameChg chg="add mod">
          <ac:chgData name="David Hirsch" userId="d8fe44f6-f03a-4587-87c9-f6ac4085c99f" providerId="ADAL" clId="{229BF009-D24A-4387-912E-A266BCF9DD82}" dt="2026-02-01T23:43:18.744" v="2959"/>
          <ac:graphicFrameMkLst>
            <pc:docMk/>
            <pc:sldMk cId="3971649090" sldId="317"/>
            <ac:graphicFrameMk id="14" creationId="{A2D18DCD-D6C6-C81F-7009-D63DFF10D2C4}"/>
          </ac:graphicFrameMkLst>
        </pc:graphicFrameChg>
        <pc:graphicFrameChg chg="add mod">
          <ac:chgData name="David Hirsch" userId="d8fe44f6-f03a-4587-87c9-f6ac4085c99f" providerId="ADAL" clId="{229BF009-D24A-4387-912E-A266BCF9DD82}" dt="2026-02-01T23:55:21.678" v="3011"/>
          <ac:graphicFrameMkLst>
            <pc:docMk/>
            <pc:sldMk cId="3971649090" sldId="317"/>
            <ac:graphicFrameMk id="17" creationId="{AEC24DBB-A00D-DA85-5692-FF8AC7EAC4F0}"/>
          </ac:graphicFrameMkLst>
        </pc:graphicFrameChg>
        <pc:graphicFrameChg chg="add del mod modGraphic">
          <ac:chgData name="David Hirsch" userId="d8fe44f6-f03a-4587-87c9-f6ac4085c99f" providerId="ADAL" clId="{229BF009-D24A-4387-912E-A266BCF9DD82}" dt="2026-02-01T23:59:10.180" v="3036" actId="478"/>
          <ac:graphicFrameMkLst>
            <pc:docMk/>
            <pc:sldMk cId="3971649090" sldId="317"/>
            <ac:graphicFrameMk id="18" creationId="{6C05BB6F-05DC-FE82-047E-4A9A3D8C4120}"/>
          </ac:graphicFrameMkLst>
        </pc:graphicFrameChg>
        <pc:graphicFrameChg chg="add del mod">
          <ac:chgData name="David Hirsch" userId="d8fe44f6-f03a-4587-87c9-f6ac4085c99f" providerId="ADAL" clId="{229BF009-D24A-4387-912E-A266BCF9DD82}" dt="2026-02-01T23:58:50.456" v="3029" actId="478"/>
          <ac:graphicFrameMkLst>
            <pc:docMk/>
            <pc:sldMk cId="3971649090" sldId="317"/>
            <ac:graphicFrameMk id="19" creationId="{A70FCCEA-0294-4FC9-5FF7-1548B9AA6972}"/>
          </ac:graphicFrameMkLst>
        </pc:graphicFrameChg>
        <pc:graphicFrameChg chg="add del mod">
          <ac:chgData name="David Hirsch" userId="d8fe44f6-f03a-4587-87c9-f6ac4085c99f" providerId="ADAL" clId="{229BF009-D24A-4387-912E-A266BCF9DD82}" dt="2026-02-01T23:59:09.471" v="3035" actId="478"/>
          <ac:graphicFrameMkLst>
            <pc:docMk/>
            <pc:sldMk cId="3971649090" sldId="317"/>
            <ac:graphicFrameMk id="20" creationId="{C47AA22F-E95B-DE02-A2AD-8D3F15381FBB}"/>
          </ac:graphicFrameMkLst>
        </pc:graphicFrameChg>
        <pc:graphicFrameChg chg="add mod">
          <ac:chgData name="David Hirsch" userId="d8fe44f6-f03a-4587-87c9-f6ac4085c99f" providerId="ADAL" clId="{229BF009-D24A-4387-912E-A266BCF9DD82}" dt="2026-02-01T23:59:15.017" v="3037"/>
          <ac:graphicFrameMkLst>
            <pc:docMk/>
            <pc:sldMk cId="3971649090" sldId="317"/>
            <ac:graphicFrameMk id="21" creationId="{636CBF0F-50A9-09F6-CCB6-6D630441FEF9}"/>
          </ac:graphicFrameMkLst>
        </pc:graphicFrameChg>
        <pc:graphicFrameChg chg="add del mod modGraphic">
          <ac:chgData name="David Hirsch" userId="d8fe44f6-f03a-4587-87c9-f6ac4085c99f" providerId="ADAL" clId="{229BF009-D24A-4387-912E-A266BCF9DD82}" dt="2026-02-02T00:00:16.548" v="3047" actId="478"/>
          <ac:graphicFrameMkLst>
            <pc:docMk/>
            <pc:sldMk cId="3971649090" sldId="317"/>
            <ac:graphicFrameMk id="22" creationId="{116A8A03-3BEA-D023-9E56-930C9ABDF7B2}"/>
          </ac:graphicFrameMkLst>
        </pc:graphicFrameChg>
        <pc:graphicFrameChg chg="add mod">
          <ac:chgData name="David Hirsch" userId="d8fe44f6-f03a-4587-87c9-f6ac4085c99f" providerId="ADAL" clId="{229BF009-D24A-4387-912E-A266BCF9DD82}" dt="2026-02-02T00:00:21.172" v="3048"/>
          <ac:graphicFrameMkLst>
            <pc:docMk/>
            <pc:sldMk cId="3971649090" sldId="317"/>
            <ac:graphicFrameMk id="23" creationId="{EF577139-0804-6BF1-5E5B-A9EFE1F9EE53}"/>
          </ac:graphicFrameMkLst>
        </pc:graphicFrameChg>
        <pc:graphicFrameChg chg="add mod modGraphic">
          <ac:chgData name="David Hirsch" userId="d8fe44f6-f03a-4587-87c9-f6ac4085c99f" providerId="ADAL" clId="{229BF009-D24A-4387-912E-A266BCF9DD82}" dt="2026-02-02T00:01:45.021" v="3083" actId="20577"/>
          <ac:graphicFrameMkLst>
            <pc:docMk/>
            <pc:sldMk cId="3971649090" sldId="317"/>
            <ac:graphicFrameMk id="26" creationId="{5FB29272-AB23-87A2-7F10-5945A5AF9966}"/>
          </ac:graphicFrameMkLst>
        </pc:graphicFrameChg>
      </pc:sldChg>
      <pc:sldChg chg="addSp delSp modSp add mod modAnim">
        <pc:chgData name="David Hirsch" userId="d8fe44f6-f03a-4587-87c9-f6ac4085c99f" providerId="ADAL" clId="{229BF009-D24A-4387-912E-A266BCF9DD82}" dt="2026-02-02T03:22:20.047" v="4567"/>
        <pc:sldMkLst>
          <pc:docMk/>
          <pc:sldMk cId="2024071580" sldId="318"/>
        </pc:sldMkLst>
        <pc:spChg chg="mod">
          <ac:chgData name="David Hirsch" userId="d8fe44f6-f03a-4587-87c9-f6ac4085c99f" providerId="ADAL" clId="{229BF009-D24A-4387-912E-A266BCF9DD82}" dt="2026-02-02T00:39:02.286" v="3728" actId="1076"/>
          <ac:spMkLst>
            <pc:docMk/>
            <pc:sldMk cId="2024071580" sldId="318"/>
            <ac:spMk id="2" creationId="{50DA67F6-273E-70BE-3376-69D28CB944C5}"/>
          </ac:spMkLst>
        </pc:spChg>
        <pc:spChg chg="add mod">
          <ac:chgData name="David Hirsch" userId="d8fe44f6-f03a-4587-87c9-f6ac4085c99f" providerId="ADAL" clId="{229BF009-D24A-4387-912E-A266BCF9DD82}" dt="2026-02-02T00:39:10.154" v="3729" actId="1076"/>
          <ac:spMkLst>
            <pc:docMk/>
            <pc:sldMk cId="2024071580" sldId="318"/>
            <ac:spMk id="3" creationId="{BD32D830-D7B3-46D5-F3BB-246E830A798B}"/>
          </ac:spMkLst>
        </pc:spChg>
        <pc:spChg chg="add mod">
          <ac:chgData name="David Hirsch" userId="d8fe44f6-f03a-4587-87c9-f6ac4085c99f" providerId="ADAL" clId="{229BF009-D24A-4387-912E-A266BCF9DD82}" dt="2026-02-02T00:39:10.154" v="3729" actId="1076"/>
          <ac:spMkLst>
            <pc:docMk/>
            <pc:sldMk cId="2024071580" sldId="318"/>
            <ac:spMk id="4" creationId="{0BBD6C5F-71B8-A645-C497-23C97C68A3D4}"/>
          </ac:spMkLst>
        </pc:spChg>
        <pc:spChg chg="add mod">
          <ac:chgData name="David Hirsch" userId="d8fe44f6-f03a-4587-87c9-f6ac4085c99f" providerId="ADAL" clId="{229BF009-D24A-4387-912E-A266BCF9DD82}" dt="2026-02-02T00:39:10.154" v="3729" actId="1076"/>
          <ac:spMkLst>
            <pc:docMk/>
            <pc:sldMk cId="2024071580" sldId="318"/>
            <ac:spMk id="5" creationId="{4A8DA97E-6963-B28C-AE96-34041382A99E}"/>
          </ac:spMkLst>
        </pc:spChg>
        <pc:spChg chg="del mod">
          <ac:chgData name="David Hirsch" userId="d8fe44f6-f03a-4587-87c9-f6ac4085c99f" providerId="ADAL" clId="{229BF009-D24A-4387-912E-A266BCF9DD82}" dt="2026-02-01T23:23:10.414" v="2828" actId="478"/>
          <ac:spMkLst>
            <pc:docMk/>
            <pc:sldMk cId="2024071580" sldId="318"/>
            <ac:spMk id="6" creationId="{8DB77B67-8224-B5F5-D1AD-82B2C3EE0BD2}"/>
          </ac:spMkLst>
        </pc:spChg>
        <pc:spChg chg="add mod">
          <ac:chgData name="David Hirsch" userId="d8fe44f6-f03a-4587-87c9-f6ac4085c99f" providerId="ADAL" clId="{229BF009-D24A-4387-912E-A266BCF9DD82}" dt="2026-02-02T03:03:48.626" v="4367" actId="692"/>
          <ac:spMkLst>
            <pc:docMk/>
            <pc:sldMk cId="2024071580" sldId="318"/>
            <ac:spMk id="7" creationId="{8E6FACAC-3EB9-DDF7-15E3-ED200F3FE44A}"/>
          </ac:spMkLst>
        </pc:spChg>
        <pc:spChg chg="add del mod">
          <ac:chgData name="David Hirsch" userId="d8fe44f6-f03a-4587-87c9-f6ac4085c99f" providerId="ADAL" clId="{229BF009-D24A-4387-912E-A266BCF9DD82}" dt="2026-02-01T23:23:11.779" v="2829" actId="478"/>
          <ac:spMkLst>
            <pc:docMk/>
            <pc:sldMk cId="2024071580" sldId="318"/>
            <ac:spMk id="9" creationId="{FCA8B76C-B3F7-5707-591F-44CB961A053C}"/>
          </ac:spMkLst>
        </pc:spChg>
        <pc:spChg chg="add mod">
          <ac:chgData name="David Hirsch" userId="d8fe44f6-f03a-4587-87c9-f6ac4085c99f" providerId="ADAL" clId="{229BF009-D24A-4387-912E-A266BCF9DD82}" dt="2026-02-02T00:15:35.618" v="3365" actId="207"/>
          <ac:spMkLst>
            <pc:docMk/>
            <pc:sldMk cId="2024071580" sldId="318"/>
            <ac:spMk id="10" creationId="{936DFF9B-E8F6-5784-F2D2-7A419F55A7A8}"/>
          </ac:spMkLst>
        </pc:spChg>
        <pc:spChg chg="add mod">
          <ac:chgData name="David Hirsch" userId="d8fe44f6-f03a-4587-87c9-f6ac4085c99f" providerId="ADAL" clId="{229BF009-D24A-4387-912E-A266BCF9DD82}" dt="2026-02-02T00:49:03.126" v="3937"/>
          <ac:spMkLst>
            <pc:docMk/>
            <pc:sldMk cId="2024071580" sldId="318"/>
            <ac:spMk id="11" creationId="{EB531C5C-93A6-355D-FD84-3C8351A3A0AC}"/>
          </ac:spMkLst>
        </pc:spChg>
      </pc:sldChg>
      <pc:sldChg chg="modSp add del mod ord">
        <pc:chgData name="David Hirsch" userId="d8fe44f6-f03a-4587-87c9-f6ac4085c99f" providerId="ADAL" clId="{229BF009-D24A-4387-912E-A266BCF9DD82}" dt="2026-02-01T22:59:35.469" v="2402" actId="47"/>
        <pc:sldMkLst>
          <pc:docMk/>
          <pc:sldMk cId="2988150426" sldId="318"/>
        </pc:sldMkLst>
        <pc:spChg chg="mod">
          <ac:chgData name="David Hirsch" userId="d8fe44f6-f03a-4587-87c9-f6ac4085c99f" providerId="ADAL" clId="{229BF009-D24A-4387-912E-A266BCF9DD82}" dt="2026-02-01T22:59:18.980" v="2401" actId="20577"/>
          <ac:spMkLst>
            <pc:docMk/>
            <pc:sldMk cId="2988150426" sldId="318"/>
            <ac:spMk id="2" creationId="{0FADF11D-63F3-AFD4-241B-657A776D908F}"/>
          </ac:spMkLst>
        </pc:spChg>
      </pc:sldChg>
      <pc:sldChg chg="addSp delSp modSp add mod">
        <pc:chgData name="David Hirsch" userId="d8fe44f6-f03a-4587-87c9-f6ac4085c99f" providerId="ADAL" clId="{229BF009-D24A-4387-912E-A266BCF9DD82}" dt="2026-02-02T00:16:00.465" v="3368" actId="207"/>
        <pc:sldMkLst>
          <pc:docMk/>
          <pc:sldMk cId="1106600986" sldId="319"/>
        </pc:sldMkLst>
        <pc:spChg chg="mod">
          <ac:chgData name="David Hirsch" userId="d8fe44f6-f03a-4587-87c9-f6ac4085c99f" providerId="ADAL" clId="{229BF009-D24A-4387-912E-A266BCF9DD82}" dt="2026-02-02T00:16:00.465" v="3368" actId="207"/>
          <ac:spMkLst>
            <pc:docMk/>
            <pc:sldMk cId="1106600986" sldId="319"/>
            <ac:spMk id="5" creationId="{69D18C53-2509-E386-A1E9-C055378CC94C}"/>
          </ac:spMkLst>
        </pc:spChg>
        <pc:spChg chg="mod">
          <ac:chgData name="David Hirsch" userId="d8fe44f6-f03a-4587-87c9-f6ac4085c99f" providerId="ADAL" clId="{229BF009-D24A-4387-912E-A266BCF9DD82}" dt="2026-02-02T00:02:30.817" v="3112" actId="27636"/>
          <ac:spMkLst>
            <pc:docMk/>
            <pc:sldMk cId="1106600986" sldId="319"/>
            <ac:spMk id="27" creationId="{2F2A16B0-8BC9-6A89-7A84-D64A49CDC526}"/>
          </ac:spMkLst>
        </pc:spChg>
        <pc:graphicFrameChg chg="add mod">
          <ac:chgData name="David Hirsch" userId="d8fe44f6-f03a-4587-87c9-f6ac4085c99f" providerId="ADAL" clId="{229BF009-D24A-4387-912E-A266BCF9DD82}" dt="2026-02-02T00:02:02.835" v="3086"/>
          <ac:graphicFrameMkLst>
            <pc:docMk/>
            <pc:sldMk cId="1106600986" sldId="319"/>
            <ac:graphicFrameMk id="3" creationId="{8E2930DF-398F-C998-F9A5-B964F5A42A8C}"/>
          </ac:graphicFrameMkLst>
        </pc:graphicFrameChg>
        <pc:graphicFrameChg chg="add mod modGraphic">
          <ac:chgData name="David Hirsch" userId="d8fe44f6-f03a-4587-87c9-f6ac4085c99f" providerId="ADAL" clId="{229BF009-D24A-4387-912E-A266BCF9DD82}" dt="2026-02-02T00:03:08.465" v="3128" actId="20577"/>
          <ac:graphicFrameMkLst>
            <pc:docMk/>
            <pc:sldMk cId="1106600986" sldId="319"/>
            <ac:graphicFrameMk id="4" creationId="{7091734C-171D-CA68-A647-E76093D71CB1}"/>
          </ac:graphicFrameMkLst>
        </pc:graphicFrameChg>
        <pc:graphicFrameChg chg="del">
          <ac:chgData name="David Hirsch" userId="d8fe44f6-f03a-4587-87c9-f6ac4085c99f" providerId="ADAL" clId="{229BF009-D24A-4387-912E-A266BCF9DD82}" dt="2026-02-02T00:01:58.211" v="3085" actId="478"/>
          <ac:graphicFrameMkLst>
            <pc:docMk/>
            <pc:sldMk cId="1106600986" sldId="319"/>
            <ac:graphicFrameMk id="26" creationId="{DD04BD12-8E52-F27E-DECF-F35C1ECD84B5}"/>
          </ac:graphicFrameMkLst>
        </pc:graphicFrameChg>
      </pc:sldChg>
      <pc:sldChg chg="add del">
        <pc:chgData name="David Hirsch" userId="d8fe44f6-f03a-4587-87c9-f6ac4085c99f" providerId="ADAL" clId="{229BF009-D24A-4387-912E-A266BCF9DD82}" dt="2026-02-02T00:05:04.114" v="3232" actId="47"/>
        <pc:sldMkLst>
          <pc:docMk/>
          <pc:sldMk cId="3989945782" sldId="320"/>
        </pc:sldMkLst>
      </pc:sldChg>
      <pc:sldChg chg="addSp modSp add mod">
        <pc:chgData name="David Hirsch" userId="d8fe44f6-f03a-4587-87c9-f6ac4085c99f" providerId="ADAL" clId="{229BF009-D24A-4387-912E-A266BCF9DD82}" dt="2026-02-02T03:52:46.132" v="4595"/>
        <pc:sldMkLst>
          <pc:docMk/>
          <pc:sldMk cId="3187303806" sldId="321"/>
        </pc:sldMkLst>
        <pc:spChg chg="mod">
          <ac:chgData name="David Hirsch" userId="d8fe44f6-f03a-4587-87c9-f6ac4085c99f" providerId="ADAL" clId="{229BF009-D24A-4387-912E-A266BCF9DD82}" dt="2026-02-02T00:06:14.613" v="3260" actId="1076"/>
          <ac:spMkLst>
            <pc:docMk/>
            <pc:sldMk cId="3187303806" sldId="321"/>
            <ac:spMk id="2" creationId="{92DBA02B-227E-61E6-DB94-8A4AAB828FC6}"/>
          </ac:spMkLst>
        </pc:spChg>
        <pc:spChg chg="mod">
          <ac:chgData name="David Hirsch" userId="d8fe44f6-f03a-4587-87c9-f6ac4085c99f" providerId="ADAL" clId="{229BF009-D24A-4387-912E-A266BCF9DD82}" dt="2026-02-02T00:16:07.021" v="3369" actId="207"/>
          <ac:spMkLst>
            <pc:docMk/>
            <pc:sldMk cId="3187303806" sldId="321"/>
            <ac:spMk id="6" creationId="{C41A18F1-955F-4B0A-FB74-438EF141F54D}"/>
          </ac:spMkLst>
        </pc:spChg>
        <pc:cxnChg chg="add mod">
          <ac:chgData name="David Hirsch" userId="d8fe44f6-f03a-4587-87c9-f6ac4085c99f" providerId="ADAL" clId="{229BF009-D24A-4387-912E-A266BCF9DD82}" dt="2026-02-02T03:52:46.132" v="4595"/>
          <ac:cxnSpMkLst>
            <pc:docMk/>
            <pc:sldMk cId="3187303806" sldId="321"/>
            <ac:cxnSpMk id="3" creationId="{2B25E8DB-7E16-027F-B06D-E41FE9AD3545}"/>
          </ac:cxnSpMkLst>
        </pc:cxnChg>
      </pc:sldChg>
      <pc:sldChg chg="addSp modSp add mod">
        <pc:chgData name="David Hirsch" userId="d8fe44f6-f03a-4587-87c9-f6ac4085c99f" providerId="ADAL" clId="{229BF009-D24A-4387-912E-A266BCF9DD82}" dt="2026-02-02T03:52:47.351" v="4596"/>
        <pc:sldMkLst>
          <pc:docMk/>
          <pc:sldMk cId="471539873" sldId="322"/>
        </pc:sldMkLst>
        <pc:spChg chg="mod">
          <ac:chgData name="David Hirsch" userId="d8fe44f6-f03a-4587-87c9-f6ac4085c99f" providerId="ADAL" clId="{229BF009-D24A-4387-912E-A266BCF9DD82}" dt="2026-02-02T00:07:03.569" v="3299" actId="20577"/>
          <ac:spMkLst>
            <pc:docMk/>
            <pc:sldMk cId="471539873" sldId="322"/>
            <ac:spMk id="2" creationId="{51252675-AFF2-EE96-7C6F-694EE984CD14}"/>
          </ac:spMkLst>
        </pc:spChg>
        <pc:spChg chg="mod">
          <ac:chgData name="David Hirsch" userId="d8fe44f6-f03a-4587-87c9-f6ac4085c99f" providerId="ADAL" clId="{229BF009-D24A-4387-912E-A266BCF9DD82}" dt="2026-02-02T00:16:10.915" v="3370" actId="207"/>
          <ac:spMkLst>
            <pc:docMk/>
            <pc:sldMk cId="471539873" sldId="322"/>
            <ac:spMk id="6" creationId="{0DBFDC1E-70F3-7E52-D16F-36D61DED0802}"/>
          </ac:spMkLst>
        </pc:spChg>
        <pc:cxnChg chg="add mod">
          <ac:chgData name="David Hirsch" userId="d8fe44f6-f03a-4587-87c9-f6ac4085c99f" providerId="ADAL" clId="{229BF009-D24A-4387-912E-A266BCF9DD82}" dt="2026-02-02T03:52:47.351" v="4596"/>
          <ac:cxnSpMkLst>
            <pc:docMk/>
            <pc:sldMk cId="471539873" sldId="322"/>
            <ac:cxnSpMk id="3" creationId="{F36E7A15-F40A-A385-0886-F0404AC09E73}"/>
          </ac:cxnSpMkLst>
        </pc:cxnChg>
      </pc:sldChg>
      <pc:sldChg chg="addSp delSp modSp add mod ord">
        <pc:chgData name="David Hirsch" userId="d8fe44f6-f03a-4587-87c9-f6ac4085c99f" providerId="ADAL" clId="{229BF009-D24A-4387-912E-A266BCF9DD82}" dt="2026-02-02T00:40:34.848" v="3741" actId="122"/>
        <pc:sldMkLst>
          <pc:docMk/>
          <pc:sldMk cId="843092206" sldId="323"/>
        </pc:sldMkLst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3" creationId="{7DD31D71-6E39-9BF9-E223-F60EFD1A550D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4" creationId="{B3085106-948E-F77F-1146-E4BBD86F6A25}"/>
          </ac:spMkLst>
        </pc:spChg>
        <pc:spChg chg="mod">
          <ac:chgData name="David Hirsch" userId="d8fe44f6-f03a-4587-87c9-f6ac4085c99f" providerId="ADAL" clId="{229BF009-D24A-4387-912E-A266BCF9DD82}" dt="2026-02-02T00:29:33.568" v="3552" actId="20577"/>
          <ac:spMkLst>
            <pc:docMk/>
            <pc:sldMk cId="843092206" sldId="323"/>
            <ac:spMk id="5" creationId="{6B482A12-2484-F20A-AAD3-2009708127AF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6" creationId="{86033DF7-F549-5AAF-33FB-51241890382E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7" creationId="{F5D4871D-BBB8-D241-685D-5530DED13C9E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8" creationId="{D281F5D5-9FDF-66C3-E353-648ADD595159}"/>
          </ac:spMkLst>
        </pc:spChg>
        <pc:spChg chg="add del mod">
          <ac:chgData name="David Hirsch" userId="d8fe44f6-f03a-4587-87c9-f6ac4085c99f" providerId="ADAL" clId="{229BF009-D24A-4387-912E-A266BCF9DD82}" dt="2026-02-02T00:26:09.860" v="3508" actId="478"/>
          <ac:spMkLst>
            <pc:docMk/>
            <pc:sldMk cId="843092206" sldId="323"/>
            <ac:spMk id="9" creationId="{331D36D2-A48E-0A38-47B9-71A5C2924931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10" creationId="{F0D012E7-78D5-EAA3-C8A9-E427F3F5B7A7}"/>
          </ac:spMkLst>
        </pc:spChg>
        <pc:spChg chg="add del mod">
          <ac:chgData name="David Hirsch" userId="d8fe44f6-f03a-4587-87c9-f6ac4085c99f" providerId="ADAL" clId="{229BF009-D24A-4387-912E-A266BCF9DD82}" dt="2026-02-02T00:24:57.080" v="3488" actId="11529"/>
          <ac:spMkLst>
            <pc:docMk/>
            <pc:sldMk cId="843092206" sldId="323"/>
            <ac:spMk id="11" creationId="{BFC1892A-AF01-2741-EC17-917811C525C1}"/>
          </ac:spMkLst>
        </pc:spChg>
        <pc:spChg chg="add del mod">
          <ac:chgData name="David Hirsch" userId="d8fe44f6-f03a-4587-87c9-f6ac4085c99f" providerId="ADAL" clId="{229BF009-D24A-4387-912E-A266BCF9DD82}" dt="2026-02-02T00:27:17.427" v="3520" actId="478"/>
          <ac:spMkLst>
            <pc:docMk/>
            <pc:sldMk cId="843092206" sldId="323"/>
            <ac:spMk id="14" creationId="{E0CC7814-BE06-54A3-6CD7-643F7D8FD8CB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15" creationId="{FF585DD4-2389-6FE2-6645-759B1B32C94A}"/>
          </ac:spMkLst>
        </pc:spChg>
        <pc:spChg chg="add mod">
          <ac:chgData name="David Hirsch" userId="d8fe44f6-f03a-4587-87c9-f6ac4085c99f" providerId="ADAL" clId="{229BF009-D24A-4387-912E-A266BCF9DD82}" dt="2026-02-02T00:38:50.723" v="3727" actId="1036"/>
          <ac:spMkLst>
            <pc:docMk/>
            <pc:sldMk cId="843092206" sldId="323"/>
            <ac:spMk id="16" creationId="{500D1164-DBFD-6EDE-AC2E-8449346F8BA1}"/>
          </ac:spMkLst>
        </pc:spChg>
        <pc:spChg chg="mod">
          <ac:chgData name="David Hirsch" userId="d8fe44f6-f03a-4587-87c9-f6ac4085c99f" providerId="ADAL" clId="{229BF009-D24A-4387-912E-A266BCF9DD82}" dt="2026-02-02T00:40:34.848" v="3741" actId="122"/>
          <ac:spMkLst>
            <pc:docMk/>
            <pc:sldMk cId="843092206" sldId="323"/>
            <ac:spMk id="27" creationId="{0E877167-1787-1912-6069-D9C354F7A2AE}"/>
          </ac:spMkLst>
        </pc:spChg>
        <pc:graphicFrameChg chg="del">
          <ac:chgData name="David Hirsch" userId="d8fe44f6-f03a-4587-87c9-f6ac4085c99f" providerId="ADAL" clId="{229BF009-D24A-4387-912E-A266BCF9DD82}" dt="2026-02-02T00:16:42.059" v="3375" actId="478"/>
          <ac:graphicFrameMkLst>
            <pc:docMk/>
            <pc:sldMk cId="843092206" sldId="323"/>
            <ac:graphicFrameMk id="26" creationId="{8182BF15-B6A5-622F-7D46-4E88808ED329}"/>
          </ac:graphicFrameMkLst>
        </pc:graphicFrameChg>
        <pc:picChg chg="add mod">
          <ac:chgData name="David Hirsch" userId="d8fe44f6-f03a-4587-87c9-f6ac4085c99f" providerId="ADAL" clId="{229BF009-D24A-4387-912E-A266BCF9DD82}" dt="2026-02-02T00:25:37.276" v="3503" actId="14100"/>
          <ac:picMkLst>
            <pc:docMk/>
            <pc:sldMk cId="843092206" sldId="323"/>
            <ac:picMk id="13" creationId="{F7801696-CB31-71DC-0627-4E0A5B43DA91}"/>
          </ac:picMkLst>
        </pc:picChg>
      </pc:sldChg>
      <pc:sldChg chg="addSp delSp modSp add del mod setBg addAnim delAnim">
        <pc:chgData name="David Hirsch" userId="d8fe44f6-f03a-4587-87c9-f6ac4085c99f" providerId="ADAL" clId="{229BF009-D24A-4387-912E-A266BCF9DD82}" dt="2026-02-02T00:29:17.715" v="3537" actId="47"/>
        <pc:sldMkLst>
          <pc:docMk/>
          <pc:sldMk cId="1326586929" sldId="324"/>
        </pc:sldMkLst>
        <pc:spChg chg="ord">
          <ac:chgData name="David Hirsch" userId="d8fe44f6-f03a-4587-87c9-f6ac4085c99f" providerId="ADAL" clId="{229BF009-D24A-4387-912E-A266BCF9DD82}" dt="2026-02-02T00:19:36.051" v="3439" actId="26606"/>
          <ac:spMkLst>
            <pc:docMk/>
            <pc:sldMk cId="1326586929" sldId="324"/>
            <ac:spMk id="2" creationId="{D5CF19C9-F2F2-EA73-3F8A-5CEDC11E64D8}"/>
          </ac:spMkLst>
        </pc:spChg>
        <pc:spChg chg="del">
          <ac:chgData name="David Hirsch" userId="d8fe44f6-f03a-4587-87c9-f6ac4085c99f" providerId="ADAL" clId="{229BF009-D24A-4387-912E-A266BCF9DD82}" dt="2026-02-02T00:18:58.786" v="3432" actId="478"/>
          <ac:spMkLst>
            <pc:docMk/>
            <pc:sldMk cId="1326586929" sldId="324"/>
            <ac:spMk id="3" creationId="{572F5704-A4BC-C6B1-17F7-88EF705AEAC1}"/>
          </ac:spMkLst>
        </pc:spChg>
        <pc:spChg chg="del">
          <ac:chgData name="David Hirsch" userId="d8fe44f6-f03a-4587-87c9-f6ac4085c99f" providerId="ADAL" clId="{229BF009-D24A-4387-912E-A266BCF9DD82}" dt="2026-02-02T00:18:58.786" v="3432" actId="478"/>
          <ac:spMkLst>
            <pc:docMk/>
            <pc:sldMk cId="1326586929" sldId="324"/>
            <ac:spMk id="4" creationId="{A51BAA03-DD54-618F-7AF9-29F137E933B3}"/>
          </ac:spMkLst>
        </pc:spChg>
        <pc:spChg chg="mod ord">
          <ac:chgData name="David Hirsch" userId="d8fe44f6-f03a-4587-87c9-f6ac4085c99f" providerId="ADAL" clId="{229BF009-D24A-4387-912E-A266BCF9DD82}" dt="2026-02-02T00:19:36.051" v="3439" actId="26606"/>
          <ac:spMkLst>
            <pc:docMk/>
            <pc:sldMk cId="1326586929" sldId="324"/>
            <ac:spMk id="5" creationId="{7761A961-01FD-8F66-8A61-8728378F49B6}"/>
          </ac:spMkLst>
        </pc:spChg>
        <pc:spChg chg="del">
          <ac:chgData name="David Hirsch" userId="d8fe44f6-f03a-4587-87c9-f6ac4085c99f" providerId="ADAL" clId="{229BF009-D24A-4387-912E-A266BCF9DD82}" dt="2026-02-02T00:18:58.786" v="3432" actId="478"/>
          <ac:spMkLst>
            <pc:docMk/>
            <pc:sldMk cId="1326586929" sldId="324"/>
            <ac:spMk id="6" creationId="{D07EEE54-D566-231A-5C62-180D47ECEE02}"/>
          </ac:spMkLst>
        </pc:spChg>
        <pc:spChg chg="del">
          <ac:chgData name="David Hirsch" userId="d8fe44f6-f03a-4587-87c9-f6ac4085c99f" providerId="ADAL" clId="{229BF009-D24A-4387-912E-A266BCF9DD82}" dt="2026-02-02T00:18:58.786" v="3432" actId="478"/>
          <ac:spMkLst>
            <pc:docMk/>
            <pc:sldMk cId="1326586929" sldId="324"/>
            <ac:spMk id="7" creationId="{EBD529AA-D8A4-6270-0C9D-AC65BEE56E7F}"/>
          </ac:spMkLst>
        </pc:spChg>
        <pc:spChg chg="del">
          <ac:chgData name="David Hirsch" userId="d8fe44f6-f03a-4587-87c9-f6ac4085c99f" providerId="ADAL" clId="{229BF009-D24A-4387-912E-A266BCF9DD82}" dt="2026-02-02T00:18:58.786" v="3432" actId="478"/>
          <ac:spMkLst>
            <pc:docMk/>
            <pc:sldMk cId="1326586929" sldId="324"/>
            <ac:spMk id="8" creationId="{EC7EBC2F-FB0C-FD6C-0006-232BBB405FB7}"/>
          </ac:spMkLst>
        </pc:spChg>
        <pc:spChg chg="del">
          <ac:chgData name="David Hirsch" userId="d8fe44f6-f03a-4587-87c9-f6ac4085c99f" providerId="ADAL" clId="{229BF009-D24A-4387-912E-A266BCF9DD82}" dt="2026-02-02T00:19:00.630" v="3433" actId="478"/>
          <ac:spMkLst>
            <pc:docMk/>
            <pc:sldMk cId="1326586929" sldId="324"/>
            <ac:spMk id="27" creationId="{3E23447D-B4DA-A83D-4EAD-01018551E676}"/>
          </ac:spMkLst>
        </pc:spChg>
        <pc:spChg chg="add del">
          <ac:chgData name="David Hirsch" userId="d8fe44f6-f03a-4587-87c9-f6ac4085c99f" providerId="ADAL" clId="{229BF009-D24A-4387-912E-A266BCF9DD82}" dt="2026-02-02T00:19:36.051" v="3439" actId="26606"/>
          <ac:spMkLst>
            <pc:docMk/>
            <pc:sldMk cId="1326586929" sldId="324"/>
            <ac:spMk id="4131" creationId="{6B6D540F-1E2F-416F-819F-D8216BC8F334}"/>
          </ac:spMkLst>
        </pc:spChg>
        <pc:grpChg chg="add del">
          <ac:chgData name="David Hirsch" userId="d8fe44f6-f03a-4587-87c9-f6ac4085c99f" providerId="ADAL" clId="{229BF009-D24A-4387-912E-A266BCF9DD82}" dt="2026-02-02T00:19:36.051" v="3439" actId="26606"/>
          <ac:grpSpMkLst>
            <pc:docMk/>
            <pc:sldMk cId="1326586929" sldId="324"/>
            <ac:grpSpMk id="4103" creationId="{788D5DFD-FA42-4EB0-B24E-4180C0CC5A0F}"/>
          </ac:grpSpMkLst>
        </pc:grpChg>
        <pc:grpChg chg="add del">
          <ac:chgData name="David Hirsch" userId="d8fe44f6-f03a-4587-87c9-f6ac4085c99f" providerId="ADAL" clId="{229BF009-D24A-4387-912E-A266BCF9DD82}" dt="2026-02-02T00:19:36.051" v="3439" actId="26606"/>
          <ac:grpSpMkLst>
            <pc:docMk/>
            <pc:sldMk cId="1326586929" sldId="324"/>
            <ac:grpSpMk id="4107" creationId="{D44056DF-7985-4692-968A-466E9E6AF76A}"/>
          </ac:grpSpMkLst>
        </pc:grpChg>
        <pc:picChg chg="add mod">
          <ac:chgData name="David Hirsch" userId="d8fe44f6-f03a-4587-87c9-f6ac4085c99f" providerId="ADAL" clId="{229BF009-D24A-4387-912E-A266BCF9DD82}" dt="2026-02-02T00:19:49.384" v="3444" actId="14100"/>
          <ac:picMkLst>
            <pc:docMk/>
            <pc:sldMk cId="1326586929" sldId="324"/>
            <ac:picMk id="4098" creationId="{3D99083C-D9F4-273F-A987-A9090B052F06}"/>
          </ac:picMkLst>
        </pc:picChg>
      </pc:sldChg>
      <pc:sldChg chg="addSp delSp modSp add mod">
        <pc:chgData name="David Hirsch" userId="d8fe44f6-f03a-4587-87c9-f6ac4085c99f" providerId="ADAL" clId="{229BF009-D24A-4387-912E-A266BCF9DD82}" dt="2026-02-02T00:59:34.901" v="4172" actId="122"/>
        <pc:sldMkLst>
          <pc:docMk/>
          <pc:sldMk cId="3794375749" sldId="324"/>
        </pc:sldMkLst>
        <pc:spChg chg="del">
          <ac:chgData name="David Hirsch" userId="d8fe44f6-f03a-4587-87c9-f6ac4085c99f" providerId="ADAL" clId="{229BF009-D24A-4387-912E-A266BCF9DD82}" dt="2026-02-02T00:59:31.037" v="4171" actId="478"/>
          <ac:spMkLst>
            <pc:docMk/>
            <pc:sldMk cId="3794375749" sldId="324"/>
            <ac:spMk id="2" creationId="{F0382B3A-5C21-7A39-0976-3A0E56E9A214}"/>
          </ac:spMkLst>
        </pc:spChg>
        <pc:spChg chg="add mod">
          <ac:chgData name="David Hirsch" userId="d8fe44f6-f03a-4587-87c9-f6ac4085c99f" providerId="ADAL" clId="{229BF009-D24A-4387-912E-A266BCF9DD82}" dt="2026-02-02T00:59:34.901" v="4172" actId="122"/>
          <ac:spMkLst>
            <pc:docMk/>
            <pc:sldMk cId="3794375749" sldId="324"/>
            <ac:spMk id="4" creationId="{526001E4-80F4-0905-33CE-50C2840BFD57}"/>
          </ac:spMkLst>
        </pc:spChg>
        <pc:spChg chg="del">
          <ac:chgData name="David Hirsch" userId="d8fe44f6-f03a-4587-87c9-f6ac4085c99f" providerId="ADAL" clId="{229BF009-D24A-4387-912E-A266BCF9DD82}" dt="2026-02-02T00:59:22.222" v="4160" actId="478"/>
          <ac:spMkLst>
            <pc:docMk/>
            <pc:sldMk cId="3794375749" sldId="324"/>
            <ac:spMk id="6" creationId="{B6CA4F9F-3472-D6A0-7A99-66680FB5452A}"/>
          </ac:spMkLst>
        </pc:spChg>
      </pc:sldChg>
      <pc:sldChg chg="add del">
        <pc:chgData name="David Hirsch" userId="d8fe44f6-f03a-4587-87c9-f6ac4085c99f" providerId="ADAL" clId="{229BF009-D24A-4387-912E-A266BCF9DD82}" dt="2026-02-02T00:19:03.617" v="3435"/>
        <pc:sldMkLst>
          <pc:docMk/>
          <pc:sldMk cId="118356610" sldId="325"/>
        </pc:sldMkLst>
      </pc:sldChg>
      <pc:sldChg chg="add">
        <pc:chgData name="David Hirsch" userId="d8fe44f6-f03a-4587-87c9-f6ac4085c99f" providerId="ADAL" clId="{229BF009-D24A-4387-912E-A266BCF9DD82}" dt="2026-02-02T00:59:57.415" v="4173"/>
        <pc:sldMkLst>
          <pc:docMk/>
          <pc:sldMk cId="748779592" sldId="325"/>
        </pc:sldMkLst>
      </pc:sldChg>
      <pc:sldChg chg="modSp add mod">
        <pc:chgData name="David Hirsch" userId="d8fe44f6-f03a-4587-87c9-f6ac4085c99f" providerId="ADAL" clId="{229BF009-D24A-4387-912E-A266BCF9DD82}" dt="2026-02-02T03:06:00.163" v="4404" actId="1076"/>
        <pc:sldMkLst>
          <pc:docMk/>
          <pc:sldMk cId="1460878601" sldId="326"/>
        </pc:sldMkLst>
        <pc:spChg chg="mod">
          <ac:chgData name="David Hirsch" userId="d8fe44f6-f03a-4587-87c9-f6ac4085c99f" providerId="ADAL" clId="{229BF009-D24A-4387-912E-A266BCF9DD82}" dt="2026-02-02T03:06:00.163" v="4404" actId="1076"/>
          <ac:spMkLst>
            <pc:docMk/>
            <pc:sldMk cId="1460878601" sldId="326"/>
            <ac:spMk id="4" creationId="{2FAA6BC2-267C-B12A-54FD-9B9D6FB90478}"/>
          </ac:spMkLst>
        </pc:spChg>
      </pc:sldChg>
      <pc:sldChg chg="addSp delSp modSp add mod ord">
        <pc:chgData name="David Hirsch" userId="d8fe44f6-f03a-4587-87c9-f6ac4085c99f" providerId="ADAL" clId="{229BF009-D24A-4387-912E-A266BCF9DD82}" dt="2026-02-02T03:07:48.284" v="4496" actId="478"/>
        <pc:sldMkLst>
          <pc:docMk/>
          <pc:sldMk cId="240654579" sldId="327"/>
        </pc:sldMkLst>
        <pc:spChg chg="del mod">
          <ac:chgData name="David Hirsch" userId="d8fe44f6-f03a-4587-87c9-f6ac4085c99f" providerId="ADAL" clId="{229BF009-D24A-4387-912E-A266BCF9DD82}" dt="2026-02-02T03:07:48.284" v="4496" actId="478"/>
          <ac:spMkLst>
            <pc:docMk/>
            <pc:sldMk cId="240654579" sldId="327"/>
            <ac:spMk id="2" creationId="{7AFE45DB-86D0-5B83-1195-7B5ED9968026}"/>
          </ac:spMkLst>
        </pc:spChg>
        <pc:spChg chg="del mod">
          <ac:chgData name="David Hirsch" userId="d8fe44f6-f03a-4587-87c9-f6ac4085c99f" providerId="ADAL" clId="{229BF009-D24A-4387-912E-A266BCF9DD82}" dt="2026-02-02T02:55:21.518" v="4300"/>
          <ac:spMkLst>
            <pc:docMk/>
            <pc:sldMk cId="240654579" sldId="327"/>
            <ac:spMk id="3" creationId="{6FE3F16E-9C96-FBF3-2EE5-736644730DEE}"/>
          </ac:spMkLst>
        </pc:spChg>
        <pc:spChg chg="add mod">
          <ac:chgData name="David Hirsch" userId="d8fe44f6-f03a-4587-87c9-f6ac4085c99f" providerId="ADAL" clId="{229BF009-D24A-4387-912E-A266BCF9DD82}" dt="2026-02-02T03:07:44.996" v="4495" actId="20577"/>
          <ac:spMkLst>
            <pc:docMk/>
            <pc:sldMk cId="240654579" sldId="327"/>
            <ac:spMk id="4" creationId="{9F89E9AF-14C1-2E83-A900-BA439B471558}"/>
          </ac:spMkLst>
        </pc:spChg>
      </pc:sldChg>
      <pc:sldChg chg="add del">
        <pc:chgData name="David Hirsch" userId="d8fe44f6-f03a-4587-87c9-f6ac4085c99f" providerId="ADAL" clId="{229BF009-D24A-4387-912E-A266BCF9DD82}" dt="2026-02-02T02:55:02.877" v="4281"/>
        <pc:sldMkLst>
          <pc:docMk/>
          <pc:sldMk cId="616408214" sldId="327"/>
        </pc:sldMkLst>
      </pc:sldChg>
      <pc:sldChg chg="add del">
        <pc:chgData name="David Hirsch" userId="d8fe44f6-f03a-4587-87c9-f6ac4085c99f" providerId="ADAL" clId="{229BF009-D24A-4387-912E-A266BCF9DD82}" dt="2026-02-02T01:04:41.318" v="4177"/>
        <pc:sldMkLst>
          <pc:docMk/>
          <pc:sldMk cId="2052544102" sldId="327"/>
        </pc:sldMkLst>
      </pc:sldChg>
      <pc:sldChg chg="addSp delSp modSp add mod">
        <pc:chgData name="David Hirsch" userId="d8fe44f6-f03a-4587-87c9-f6ac4085c99f" providerId="ADAL" clId="{229BF009-D24A-4387-912E-A266BCF9DD82}" dt="2026-02-02T03:07:29.628" v="4478" actId="20577"/>
        <pc:sldMkLst>
          <pc:docMk/>
          <pc:sldMk cId="3277586589" sldId="328"/>
        </pc:sldMkLst>
        <pc:spChg chg="del mod">
          <ac:chgData name="David Hirsch" userId="d8fe44f6-f03a-4587-87c9-f6ac4085c99f" providerId="ADAL" clId="{229BF009-D24A-4387-912E-A266BCF9DD82}" dt="2026-02-02T03:07:23.647" v="4462" actId="478"/>
          <ac:spMkLst>
            <pc:docMk/>
            <pc:sldMk cId="3277586589" sldId="328"/>
            <ac:spMk id="2" creationId="{4406F64B-CF39-54FA-B599-D6773716166D}"/>
          </ac:spMkLst>
        </pc:spChg>
        <pc:spChg chg="add mod">
          <ac:chgData name="David Hirsch" userId="d8fe44f6-f03a-4587-87c9-f6ac4085c99f" providerId="ADAL" clId="{229BF009-D24A-4387-912E-A266BCF9DD82}" dt="2026-02-02T03:07:29.628" v="4478" actId="20577"/>
          <ac:spMkLst>
            <pc:docMk/>
            <pc:sldMk cId="3277586589" sldId="328"/>
            <ac:spMk id="3" creationId="{027F61C5-A947-CCC9-6F03-61A35FA72E5E}"/>
          </ac:spMkLst>
        </pc:spChg>
      </pc:sldChg>
      <pc:sldChg chg="addSp delSp modSp add mod">
        <pc:chgData name="David Hirsch" userId="d8fe44f6-f03a-4587-87c9-f6ac4085c99f" providerId="ADAL" clId="{229BF009-D24A-4387-912E-A266BCF9DD82}" dt="2026-02-02T03:07:11.728" v="4461" actId="478"/>
        <pc:sldMkLst>
          <pc:docMk/>
          <pc:sldMk cId="183848942" sldId="329"/>
        </pc:sldMkLst>
        <pc:spChg chg="del mod">
          <ac:chgData name="David Hirsch" userId="d8fe44f6-f03a-4587-87c9-f6ac4085c99f" providerId="ADAL" clId="{229BF009-D24A-4387-912E-A266BCF9DD82}" dt="2026-02-02T03:07:11.728" v="4461" actId="478"/>
          <ac:spMkLst>
            <pc:docMk/>
            <pc:sldMk cId="183848942" sldId="329"/>
            <ac:spMk id="2" creationId="{EA67FCFF-7AAB-7F9F-3EEA-31927F4319A0}"/>
          </ac:spMkLst>
        </pc:spChg>
        <pc:spChg chg="add del mod">
          <ac:chgData name="David Hirsch" userId="d8fe44f6-f03a-4587-87c9-f6ac4085c99f" providerId="ADAL" clId="{229BF009-D24A-4387-912E-A266BCF9DD82}" dt="2026-02-02T03:06:27.189" v="4434" actId="478"/>
          <ac:spMkLst>
            <pc:docMk/>
            <pc:sldMk cId="183848942" sldId="329"/>
            <ac:spMk id="3" creationId="{11654498-757A-CC23-3533-4EEBFDE6F729}"/>
          </ac:spMkLst>
        </pc:spChg>
        <pc:spChg chg="add mod">
          <ac:chgData name="David Hirsch" userId="d8fe44f6-f03a-4587-87c9-f6ac4085c99f" providerId="ADAL" clId="{229BF009-D24A-4387-912E-A266BCF9DD82}" dt="2026-02-02T03:07:07.256" v="4460" actId="20577"/>
          <ac:spMkLst>
            <pc:docMk/>
            <pc:sldMk cId="183848942" sldId="329"/>
            <ac:spMk id="4" creationId="{4D3DDFDF-67EF-AF04-5A9F-8B8FDBDB047D}"/>
          </ac:spMkLst>
        </pc:spChg>
      </pc:sldChg>
      <pc:sldChg chg="addSp delSp modSp add mod">
        <pc:chgData name="David Hirsch" userId="d8fe44f6-f03a-4587-87c9-f6ac4085c99f" providerId="ADAL" clId="{229BF009-D24A-4387-912E-A266BCF9DD82}" dt="2026-02-02T03:05:56.157" v="4402" actId="20577"/>
        <pc:sldMkLst>
          <pc:docMk/>
          <pc:sldMk cId="3816065879" sldId="330"/>
        </pc:sldMkLst>
        <pc:spChg chg="del mod">
          <ac:chgData name="David Hirsch" userId="d8fe44f6-f03a-4587-87c9-f6ac4085c99f" providerId="ADAL" clId="{229BF009-D24A-4387-912E-A266BCF9DD82}" dt="2026-02-02T03:05:50.112" v="4387" actId="478"/>
          <ac:spMkLst>
            <pc:docMk/>
            <pc:sldMk cId="3816065879" sldId="330"/>
            <ac:spMk id="2" creationId="{36766D87-D88F-24C0-0EC0-11713F3FD526}"/>
          </ac:spMkLst>
        </pc:spChg>
        <pc:spChg chg="add del">
          <ac:chgData name="David Hirsch" userId="d8fe44f6-f03a-4587-87c9-f6ac4085c99f" providerId="ADAL" clId="{229BF009-D24A-4387-912E-A266BCF9DD82}" dt="2026-02-02T03:05:25.513" v="4369" actId="22"/>
          <ac:spMkLst>
            <pc:docMk/>
            <pc:sldMk cId="3816065879" sldId="330"/>
            <ac:spMk id="4" creationId="{DC3A294E-34FA-5F14-B512-A3CCED1876E9}"/>
          </ac:spMkLst>
        </pc:spChg>
        <pc:spChg chg="add mod">
          <ac:chgData name="David Hirsch" userId="d8fe44f6-f03a-4587-87c9-f6ac4085c99f" providerId="ADAL" clId="{229BF009-D24A-4387-912E-A266BCF9DD82}" dt="2026-02-02T03:05:46.261" v="4386" actId="20577"/>
          <ac:spMkLst>
            <pc:docMk/>
            <pc:sldMk cId="3816065879" sldId="330"/>
            <ac:spMk id="5" creationId="{7F4640DB-7C35-9B1A-3D23-7ADA5E8748F0}"/>
          </ac:spMkLst>
        </pc:spChg>
        <pc:spChg chg="mod">
          <ac:chgData name="David Hirsch" userId="d8fe44f6-f03a-4587-87c9-f6ac4085c99f" providerId="ADAL" clId="{229BF009-D24A-4387-912E-A266BCF9DD82}" dt="2026-02-02T03:05:56.157" v="4402" actId="20577"/>
          <ac:spMkLst>
            <pc:docMk/>
            <pc:sldMk cId="3816065879" sldId="330"/>
            <ac:spMk id="6" creationId="{8F991D48-0596-EAEC-6F78-101470AB3A74}"/>
          </ac:spMkLst>
        </pc:spChg>
      </pc:sldChg>
      <pc:sldChg chg="add del">
        <pc:chgData name="David Hirsch" userId="d8fe44f6-f03a-4587-87c9-f6ac4085c99f" providerId="ADAL" clId="{229BF009-D24A-4387-912E-A266BCF9DD82}" dt="2026-02-02T03:23:33.931" v="4571" actId="47"/>
        <pc:sldMkLst>
          <pc:docMk/>
          <pc:sldMk cId="85006940" sldId="331"/>
        </pc:sldMkLst>
      </pc:sldChg>
      <pc:sldChg chg="addSp delSp modSp add mod setBg delDesignElem">
        <pc:chgData name="David Hirsch" userId="d8fe44f6-f03a-4587-87c9-f6ac4085c99f" providerId="ADAL" clId="{229BF009-D24A-4387-912E-A266BCF9DD82}" dt="2026-02-02T03:52:52.756" v="4598" actId="1076"/>
        <pc:sldMkLst>
          <pc:docMk/>
          <pc:sldMk cId="2716144533" sldId="332"/>
        </pc:sldMkLst>
        <pc:spChg chg="mod">
          <ac:chgData name="David Hirsch" userId="d8fe44f6-f03a-4587-87c9-f6ac4085c99f" providerId="ADAL" clId="{229BF009-D24A-4387-912E-A266BCF9DD82}" dt="2026-02-02T03:23:40.188" v="4580" actId="20577"/>
          <ac:spMkLst>
            <pc:docMk/>
            <pc:sldMk cId="2716144533" sldId="332"/>
            <ac:spMk id="2" creationId="{5F9C34DB-AA00-5791-FAF7-0D68FC5CBFA2}"/>
          </ac:spMkLst>
        </pc:spChg>
        <pc:spChg chg="del">
          <ac:chgData name="David Hirsch" userId="d8fe44f6-f03a-4587-87c9-f6ac4085c99f" providerId="ADAL" clId="{229BF009-D24A-4387-912E-A266BCF9DD82}" dt="2026-02-02T03:23:31.912" v="4570"/>
          <ac:spMkLst>
            <pc:docMk/>
            <pc:sldMk cId="2716144533" sldId="332"/>
            <ac:spMk id="102" creationId="{4843B96F-DB82-715A-43B9-5ABDFF3AA143}"/>
          </ac:spMkLst>
        </pc:spChg>
        <pc:grpChg chg="del">
          <ac:chgData name="David Hirsch" userId="d8fe44f6-f03a-4587-87c9-f6ac4085c99f" providerId="ADAL" clId="{229BF009-D24A-4387-912E-A266BCF9DD82}" dt="2026-02-02T03:23:31.912" v="4570"/>
          <ac:grpSpMkLst>
            <pc:docMk/>
            <pc:sldMk cId="2716144533" sldId="332"/>
            <ac:grpSpMk id="104" creationId="{4E592396-2A27-DA20-B4F9-352AB92EC37A}"/>
          </ac:grpSpMkLst>
        </pc:grpChg>
        <pc:picChg chg="del">
          <ac:chgData name="David Hirsch" userId="d8fe44f6-f03a-4587-87c9-f6ac4085c99f" providerId="ADAL" clId="{229BF009-D24A-4387-912E-A266BCF9DD82}" dt="2026-02-02T03:23:31.912" v="4570"/>
          <ac:picMkLst>
            <pc:docMk/>
            <pc:sldMk cId="2716144533" sldId="332"/>
            <ac:picMk id="160" creationId="{07417825-BEB6-26A9-335D-19C89C9F7AAD}"/>
          </ac:picMkLst>
        </pc:picChg>
        <pc:cxnChg chg="add mod">
          <ac:chgData name="David Hirsch" userId="d8fe44f6-f03a-4587-87c9-f6ac4085c99f" providerId="ADAL" clId="{229BF009-D24A-4387-912E-A266BCF9DD82}" dt="2026-02-02T03:52:52.756" v="4598" actId="1076"/>
          <ac:cxnSpMkLst>
            <pc:docMk/>
            <pc:sldMk cId="2716144533" sldId="332"/>
            <ac:cxnSpMk id="4" creationId="{CE0BF0C3-4F06-B52A-6FCC-CB45D1B90AC5}"/>
          </ac:cxnSpMkLst>
        </pc:cxnChg>
        <pc:cxnChg chg="del">
          <ac:chgData name="David Hirsch" userId="d8fe44f6-f03a-4587-87c9-f6ac4085c99f" providerId="ADAL" clId="{229BF009-D24A-4387-912E-A266BCF9DD82}" dt="2026-02-02T03:23:31.912" v="4570"/>
          <ac:cxnSpMkLst>
            <pc:docMk/>
            <pc:sldMk cId="2716144533" sldId="332"/>
            <ac:cxnSpMk id="162" creationId="{10F89FCD-2664-31A5-59D8-6467C98889F8}"/>
          </ac:cxnSpMkLst>
        </pc:cxnChg>
      </pc:sldChg>
      <pc:sldChg chg="delSp add del setBg delDesignElem">
        <pc:chgData name="David Hirsch" userId="d8fe44f6-f03a-4587-87c9-f6ac4085c99f" providerId="ADAL" clId="{229BF009-D24A-4387-912E-A266BCF9DD82}" dt="2026-02-02T03:51:22.016" v="4583" actId="47"/>
        <pc:sldMkLst>
          <pc:docMk/>
          <pc:sldMk cId="622695426" sldId="333"/>
        </pc:sldMkLst>
        <pc:spChg chg="del">
          <ac:chgData name="David Hirsch" userId="d8fe44f6-f03a-4587-87c9-f6ac4085c99f" providerId="ADAL" clId="{229BF009-D24A-4387-912E-A266BCF9DD82}" dt="2026-02-02T03:51:20.097" v="4582"/>
          <ac:spMkLst>
            <pc:docMk/>
            <pc:sldMk cId="622695426" sldId="333"/>
            <ac:spMk id="102" creationId="{9ED79057-A050-B421-6C6E-C32054D3F873}"/>
          </ac:spMkLst>
        </pc:spChg>
        <pc:grpChg chg="del">
          <ac:chgData name="David Hirsch" userId="d8fe44f6-f03a-4587-87c9-f6ac4085c99f" providerId="ADAL" clId="{229BF009-D24A-4387-912E-A266BCF9DD82}" dt="2026-02-02T03:51:20.097" v="4582"/>
          <ac:grpSpMkLst>
            <pc:docMk/>
            <pc:sldMk cId="622695426" sldId="333"/>
            <ac:grpSpMk id="104" creationId="{DC403CEB-C59B-2348-33FB-C9B2F4462246}"/>
          </ac:grpSpMkLst>
        </pc:grpChg>
        <pc:picChg chg="del">
          <ac:chgData name="David Hirsch" userId="d8fe44f6-f03a-4587-87c9-f6ac4085c99f" providerId="ADAL" clId="{229BF009-D24A-4387-912E-A266BCF9DD82}" dt="2026-02-02T03:51:20.097" v="4582"/>
          <ac:picMkLst>
            <pc:docMk/>
            <pc:sldMk cId="622695426" sldId="333"/>
            <ac:picMk id="160" creationId="{B3F9A3CD-444D-C7A9-0313-A5EB76672C1C}"/>
          </ac:picMkLst>
        </pc:picChg>
        <pc:cxnChg chg="del">
          <ac:chgData name="David Hirsch" userId="d8fe44f6-f03a-4587-87c9-f6ac4085c99f" providerId="ADAL" clId="{229BF009-D24A-4387-912E-A266BCF9DD82}" dt="2026-02-02T03:51:20.097" v="4582"/>
          <ac:cxnSpMkLst>
            <pc:docMk/>
            <pc:sldMk cId="622695426" sldId="333"/>
            <ac:cxnSpMk id="162" creationId="{0550E4E2-461F-F7EC-0758-7D4DA6A5E1C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105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0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7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60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A77549E-33CB-0C82-B1E4-56EDCD4B5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188" y="1122363"/>
            <a:ext cx="5832855" cy="4287836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Human Powered </a:t>
            </a:r>
            <a:br>
              <a:rPr lang="en-US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AI Solutions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41D711-7F33-7EAE-9842-B738CA3553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631" y="1122363"/>
            <a:ext cx="2816368" cy="428783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David Hirsch</a:t>
            </a:r>
          </a:p>
          <a:p>
            <a:r>
              <a:rPr lang="en-US" sz="2800" dirty="0"/>
              <a:t>CM Solutions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0824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1C568-66E9-7FD5-E44B-EB9613025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C7171C6-EA46-47D6-AAE3-DD4CA0393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5" name="Rectangle 14">
              <a:extLst>
                <a:ext uri="{FF2B5EF4-FFF2-40B4-BE49-F238E27FC236}">
                  <a16:creationId xmlns:a16="http://schemas.microsoft.com/office/drawing/2014/main" id="{56099417-50E6-4D31-B3BC-8ECCF737F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5641C704-94B4-4083-8565-C79289F6F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05FE07-1F61-B7FD-E87A-A95B5D751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4894" y="1122362"/>
            <a:ext cx="3156229" cy="3540125"/>
          </a:xfrm>
        </p:spPr>
        <p:txBody>
          <a:bodyPr>
            <a:normAutofit/>
          </a:bodyPr>
          <a:lstStyle/>
          <a:p>
            <a:r>
              <a:rPr lang="en-US" dirty="0"/>
              <a:t>Farid Kheloco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Purely Works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EB0278-C53B-0227-205D-7D8F65005B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09" r="-2" b="5257"/>
          <a:stretch>
            <a:fillRect/>
          </a:stretch>
        </p:blipFill>
        <p:spPr>
          <a:xfrm>
            <a:off x="-5597" y="10"/>
            <a:ext cx="7558541" cy="685799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A7C43DF-6C62-45B8-95AA-FD5810A86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19" name="Rectangle 5">
              <a:extLst>
                <a:ext uri="{FF2B5EF4-FFF2-40B4-BE49-F238E27FC236}">
                  <a16:creationId xmlns:a16="http://schemas.microsoft.com/office/drawing/2014/main" id="{BDEB9B3F-C225-43E6-9726-04AF9C1A53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4E61800F-DF6F-43CD-8C12-45DB0ED56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D183EED0-F5DA-44B0-9457-5D40010DA4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FDC5A0D4-B99A-485A-89FF-8449745683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9">
              <a:extLst>
                <a:ext uri="{FF2B5EF4-FFF2-40B4-BE49-F238E27FC236}">
                  <a16:creationId xmlns:a16="http://schemas.microsoft.com/office/drawing/2014/main" id="{0FE319C8-F4B9-4442-BD90-0519E429A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3BB8B11B-3B31-4AFA-8E9F-1A34B6D09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539DB9EB-8B31-4642-A442-7EDEF64FD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F39533B1-CCEC-4EF1-829E-718CC4E93E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8712762-A8E5-45A2-B60F-3DA82DFC9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4">
              <a:extLst>
                <a:ext uri="{FF2B5EF4-FFF2-40B4-BE49-F238E27FC236}">
                  <a16:creationId xmlns:a16="http://schemas.microsoft.com/office/drawing/2014/main" id="{94B12164-83B1-49AC-9C1F-340008C18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5">
              <a:extLst>
                <a:ext uri="{FF2B5EF4-FFF2-40B4-BE49-F238E27FC236}">
                  <a16:creationId xmlns:a16="http://schemas.microsoft.com/office/drawing/2014/main" id="{C7DFAE75-1B9F-4753-8FA6-2B5ABD5E9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49E7D20F-0504-4E85-8FD8-691101FDC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B14F755D-AF63-4D99-8291-03149E5FE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8">
              <a:extLst>
                <a:ext uri="{FF2B5EF4-FFF2-40B4-BE49-F238E27FC236}">
                  <a16:creationId xmlns:a16="http://schemas.microsoft.com/office/drawing/2014/main" id="{33C0DFAF-5A4B-420B-95DE-0D2C04AA3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19">
              <a:extLst>
                <a:ext uri="{FF2B5EF4-FFF2-40B4-BE49-F238E27FC236}">
                  <a16:creationId xmlns:a16="http://schemas.microsoft.com/office/drawing/2014/main" id="{96F54509-CFB7-4AF8-A899-904CC72CCE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0">
              <a:extLst>
                <a:ext uri="{FF2B5EF4-FFF2-40B4-BE49-F238E27FC236}">
                  <a16:creationId xmlns:a16="http://schemas.microsoft.com/office/drawing/2014/main" id="{384A2F41-8978-49E0-A927-D58750662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1">
              <a:extLst>
                <a:ext uri="{FF2B5EF4-FFF2-40B4-BE49-F238E27FC236}">
                  <a16:creationId xmlns:a16="http://schemas.microsoft.com/office/drawing/2014/main" id="{07930ABC-E4F5-4079-A7FF-76DE9E787C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2">
              <a:extLst>
                <a:ext uri="{FF2B5EF4-FFF2-40B4-BE49-F238E27FC236}">
                  <a16:creationId xmlns:a16="http://schemas.microsoft.com/office/drawing/2014/main" id="{FCD3C4A5-587C-432B-8F18-FA9EBEAF8A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23">
              <a:extLst>
                <a:ext uri="{FF2B5EF4-FFF2-40B4-BE49-F238E27FC236}">
                  <a16:creationId xmlns:a16="http://schemas.microsoft.com/office/drawing/2014/main" id="{5F2BDFA3-A67E-4401-AA87-900456BFA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24">
              <a:extLst>
                <a:ext uri="{FF2B5EF4-FFF2-40B4-BE49-F238E27FC236}">
                  <a16:creationId xmlns:a16="http://schemas.microsoft.com/office/drawing/2014/main" id="{DFC87E89-90EB-42B2-BA68-CFC0EDA9BC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25">
              <a:extLst>
                <a:ext uri="{FF2B5EF4-FFF2-40B4-BE49-F238E27FC236}">
                  <a16:creationId xmlns:a16="http://schemas.microsoft.com/office/drawing/2014/main" id="{826316A2-CD38-417D-9E5D-7E2C4E46E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26">
              <a:extLst>
                <a:ext uri="{FF2B5EF4-FFF2-40B4-BE49-F238E27FC236}">
                  <a16:creationId xmlns:a16="http://schemas.microsoft.com/office/drawing/2014/main" id="{20EA31E1-79BA-4721-9993-BB4313D3DB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27">
              <a:extLst>
                <a:ext uri="{FF2B5EF4-FFF2-40B4-BE49-F238E27FC236}">
                  <a16:creationId xmlns:a16="http://schemas.microsoft.com/office/drawing/2014/main" id="{33BAEAF8-89EF-47F7-9AF4-42BF388D5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28">
              <a:extLst>
                <a:ext uri="{FF2B5EF4-FFF2-40B4-BE49-F238E27FC236}">
                  <a16:creationId xmlns:a16="http://schemas.microsoft.com/office/drawing/2014/main" id="{89190398-1BB4-4DF2-ACA4-34008058F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29">
              <a:extLst>
                <a:ext uri="{FF2B5EF4-FFF2-40B4-BE49-F238E27FC236}">
                  <a16:creationId xmlns:a16="http://schemas.microsoft.com/office/drawing/2014/main" id="{B6D40144-76DD-412F-87BD-7FB91D6F4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0">
              <a:extLst>
                <a:ext uri="{FF2B5EF4-FFF2-40B4-BE49-F238E27FC236}">
                  <a16:creationId xmlns:a16="http://schemas.microsoft.com/office/drawing/2014/main" id="{F97B6EF2-BF6F-4EF1-8E14-6EFDDAF9D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1">
              <a:extLst>
                <a:ext uri="{FF2B5EF4-FFF2-40B4-BE49-F238E27FC236}">
                  <a16:creationId xmlns:a16="http://schemas.microsoft.com/office/drawing/2014/main" id="{0CEBC145-3BEC-40B8-9019-B499D5CA4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2">
              <a:extLst>
                <a:ext uri="{FF2B5EF4-FFF2-40B4-BE49-F238E27FC236}">
                  <a16:creationId xmlns:a16="http://schemas.microsoft.com/office/drawing/2014/main" id="{C005CE09-5CB1-4149-930C-0D4EEA9A4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33">
              <a:extLst>
                <a:ext uri="{FF2B5EF4-FFF2-40B4-BE49-F238E27FC236}">
                  <a16:creationId xmlns:a16="http://schemas.microsoft.com/office/drawing/2014/main" id="{F08D8FC9-82D6-4D11-AB57-BF732BA2E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4">
              <a:extLst>
                <a:ext uri="{FF2B5EF4-FFF2-40B4-BE49-F238E27FC236}">
                  <a16:creationId xmlns:a16="http://schemas.microsoft.com/office/drawing/2014/main" id="{D3850C8D-959A-46CA-9EDA-4950BAF2D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5">
              <a:extLst>
                <a:ext uri="{FF2B5EF4-FFF2-40B4-BE49-F238E27FC236}">
                  <a16:creationId xmlns:a16="http://schemas.microsoft.com/office/drawing/2014/main" id="{824AD5DC-310B-45F8-B702-5D73B04DCE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6">
              <a:extLst>
                <a:ext uri="{FF2B5EF4-FFF2-40B4-BE49-F238E27FC236}">
                  <a16:creationId xmlns:a16="http://schemas.microsoft.com/office/drawing/2014/main" id="{B03C1129-4F01-49CF-A5D4-DCFE93B8B7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E6C5106F-7014-4FF8-B0FC-8DD63E2A5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8">
              <a:extLst>
                <a:ext uri="{FF2B5EF4-FFF2-40B4-BE49-F238E27FC236}">
                  <a16:creationId xmlns:a16="http://schemas.microsoft.com/office/drawing/2014/main" id="{4BCE0F7C-0E64-458B-9353-848556B20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9">
              <a:extLst>
                <a:ext uri="{FF2B5EF4-FFF2-40B4-BE49-F238E27FC236}">
                  <a16:creationId xmlns:a16="http://schemas.microsoft.com/office/drawing/2014/main" id="{58D5D6FC-E890-4423-BB31-81F3D444E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0">
              <a:extLst>
                <a:ext uri="{FF2B5EF4-FFF2-40B4-BE49-F238E27FC236}">
                  <a16:creationId xmlns:a16="http://schemas.microsoft.com/office/drawing/2014/main" id="{347E3C13-5CA8-4EE5-BB16-81C50F72D0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1">
              <a:extLst>
                <a:ext uri="{FF2B5EF4-FFF2-40B4-BE49-F238E27FC236}">
                  <a16:creationId xmlns:a16="http://schemas.microsoft.com/office/drawing/2014/main" id="{9037BA39-8C16-4305-9205-874625968D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2">
              <a:extLst>
                <a:ext uri="{FF2B5EF4-FFF2-40B4-BE49-F238E27FC236}">
                  <a16:creationId xmlns:a16="http://schemas.microsoft.com/office/drawing/2014/main" id="{02601F0F-E0E0-4A6F-9487-9B5DC0FC6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8F0015F8-47CE-4D19-8F29-525DE7CECF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44">
              <a:extLst>
                <a:ext uri="{FF2B5EF4-FFF2-40B4-BE49-F238E27FC236}">
                  <a16:creationId xmlns:a16="http://schemas.microsoft.com/office/drawing/2014/main" id="{461CFAD1-B826-42C6-9A20-77DA27D045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45">
              <a:extLst>
                <a:ext uri="{FF2B5EF4-FFF2-40B4-BE49-F238E27FC236}">
                  <a16:creationId xmlns:a16="http://schemas.microsoft.com/office/drawing/2014/main" id="{5C0DBEF4-5974-4FF8-8043-517C2178F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46">
              <a:extLst>
                <a:ext uri="{FF2B5EF4-FFF2-40B4-BE49-F238E27FC236}">
                  <a16:creationId xmlns:a16="http://schemas.microsoft.com/office/drawing/2014/main" id="{C44AD8A0-5AAD-40E0-9382-4BB7CD3C5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47">
              <a:extLst>
                <a:ext uri="{FF2B5EF4-FFF2-40B4-BE49-F238E27FC236}">
                  <a16:creationId xmlns:a16="http://schemas.microsoft.com/office/drawing/2014/main" id="{E69E7E91-7D80-4053-B776-390644F6A2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48">
              <a:extLst>
                <a:ext uri="{FF2B5EF4-FFF2-40B4-BE49-F238E27FC236}">
                  <a16:creationId xmlns:a16="http://schemas.microsoft.com/office/drawing/2014/main" id="{9DCDCA0D-7DF0-458A-9F44-E279F8E4D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49">
              <a:extLst>
                <a:ext uri="{FF2B5EF4-FFF2-40B4-BE49-F238E27FC236}">
                  <a16:creationId xmlns:a16="http://schemas.microsoft.com/office/drawing/2014/main" id="{F5915D4C-1A03-4B6E-A0B7-F37365BDC5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0">
              <a:extLst>
                <a:ext uri="{FF2B5EF4-FFF2-40B4-BE49-F238E27FC236}">
                  <a16:creationId xmlns:a16="http://schemas.microsoft.com/office/drawing/2014/main" id="{6014BA40-1928-40CA-9AF1-66DC3D8D4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1">
              <a:extLst>
                <a:ext uri="{FF2B5EF4-FFF2-40B4-BE49-F238E27FC236}">
                  <a16:creationId xmlns:a16="http://schemas.microsoft.com/office/drawing/2014/main" id="{13C62284-3A4A-4D9B-A961-560CEEC69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52">
              <a:extLst>
                <a:ext uri="{FF2B5EF4-FFF2-40B4-BE49-F238E27FC236}">
                  <a16:creationId xmlns:a16="http://schemas.microsoft.com/office/drawing/2014/main" id="{455348FF-DF1A-4EEC-ADF1-6902F64BD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Freeform 53">
              <a:extLst>
                <a:ext uri="{FF2B5EF4-FFF2-40B4-BE49-F238E27FC236}">
                  <a16:creationId xmlns:a16="http://schemas.microsoft.com/office/drawing/2014/main" id="{4ABA1C18-42D0-449B-9906-A9CADF63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54">
              <a:extLst>
                <a:ext uri="{FF2B5EF4-FFF2-40B4-BE49-F238E27FC236}">
                  <a16:creationId xmlns:a16="http://schemas.microsoft.com/office/drawing/2014/main" id="{96A7F1AE-6B77-4E76-96FB-0E77DD668E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5">
              <a:extLst>
                <a:ext uri="{FF2B5EF4-FFF2-40B4-BE49-F238E27FC236}">
                  <a16:creationId xmlns:a16="http://schemas.microsoft.com/office/drawing/2014/main" id="{88F9C65E-66A1-4E52-BB44-725429B73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6">
              <a:extLst>
                <a:ext uri="{FF2B5EF4-FFF2-40B4-BE49-F238E27FC236}">
                  <a16:creationId xmlns:a16="http://schemas.microsoft.com/office/drawing/2014/main" id="{903B539B-47B8-404F-B2D8-440E7A63C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57">
              <a:extLst>
                <a:ext uri="{FF2B5EF4-FFF2-40B4-BE49-F238E27FC236}">
                  <a16:creationId xmlns:a16="http://schemas.microsoft.com/office/drawing/2014/main" id="{E307E88A-4532-4AF5-9DD7-AC651A023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58">
              <a:extLst>
                <a:ext uri="{FF2B5EF4-FFF2-40B4-BE49-F238E27FC236}">
                  <a16:creationId xmlns:a16="http://schemas.microsoft.com/office/drawing/2014/main" id="{FBBB7833-3456-45AD-ADCE-FE8DA87739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0D26923-EE65-4E57-B679-61B80FBCA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CCFEB195-EB36-44FF-8797-E3560DB15A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F9DFB3B4-CAB4-464D-B98E-B1D631F83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AF9C413E-250B-480A-95EF-7530544E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835624A6-4E96-4687-BA1D-79877D44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9FDC4B4C-B72D-4BF9-802F-8936D2BA3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EA39328B-6796-4B68-AC37-D15A58FD2A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E183C829-3FB7-4A3A-BA25-4808539953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39">
              <a:extLst>
                <a:ext uri="{FF2B5EF4-FFF2-40B4-BE49-F238E27FC236}">
                  <a16:creationId xmlns:a16="http://schemas.microsoft.com/office/drawing/2014/main" id="{3432DC05-0F64-445E-9A04-28F38C3181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40">
              <a:extLst>
                <a:ext uri="{FF2B5EF4-FFF2-40B4-BE49-F238E27FC236}">
                  <a16:creationId xmlns:a16="http://schemas.microsoft.com/office/drawing/2014/main" id="{84B73A47-61BF-41AA-88B2-8E886FE76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Rectangle 41">
              <a:extLst>
                <a:ext uri="{FF2B5EF4-FFF2-40B4-BE49-F238E27FC236}">
                  <a16:creationId xmlns:a16="http://schemas.microsoft.com/office/drawing/2014/main" id="{1598D14B-84D4-4984-9F52-076847DF3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99584730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EA1BD-3527-F28C-895A-B9DE0028F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97606-5AD3-5C34-E7B0-A18709787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943" y="1122363"/>
            <a:ext cx="4851099" cy="4287836"/>
          </a:xfrm>
        </p:spPr>
        <p:txBody>
          <a:bodyPr anchor="ctr">
            <a:normAutofit/>
          </a:bodyPr>
          <a:lstStyle/>
          <a:p>
            <a:pPr algn="r"/>
            <a:r>
              <a:rPr lang="en-US" sz="4400" dirty="0">
                <a:solidFill>
                  <a:schemeClr val="accent5">
                    <a:lumMod val="75000"/>
                  </a:schemeClr>
                </a:solidFill>
              </a:rPr>
              <a:t>LEAD Consulting and four fires</a:t>
            </a:r>
            <a:br>
              <a:rPr lang="en-US" sz="44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400" dirty="0">
                <a:solidFill>
                  <a:schemeClr val="accent5">
                    <a:lumMod val="75000"/>
                  </a:schemeClr>
                </a:solidFill>
              </a:rPr>
              <a:t>2025 Goal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87B57-FCBA-C139-08C9-B04E13710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631" y="1122363"/>
            <a:ext cx="4383232" cy="42878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2 Clients/MO</a:t>
            </a:r>
          </a:p>
          <a:p>
            <a:r>
              <a:rPr lang="en-US" sz="2400" dirty="0">
                <a:solidFill>
                  <a:schemeClr val="tx1"/>
                </a:solidFill>
              </a:rPr>
              <a:t>Grow to 4/Mo</a:t>
            </a:r>
          </a:p>
          <a:p>
            <a:r>
              <a:rPr lang="en-US" sz="2400" dirty="0">
                <a:solidFill>
                  <a:schemeClr val="tx1"/>
                </a:solidFill>
              </a:rPr>
              <a:t>Expand to new cities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309D4D-4094-4D23-28F1-E5056622A35F}"/>
              </a:ext>
            </a:extLst>
          </p:cNvPr>
          <p:cNvCxnSpPr/>
          <p:nvPr/>
        </p:nvCxnSpPr>
        <p:spPr>
          <a:xfrm>
            <a:off x="7190509" y="1720735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026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02826-DC53-2BFC-84AF-C56BABEF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E36456E-A00A-E75E-B476-48F38A0D5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108267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problem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EAB1A-A875-AACF-996F-475EDD12498F}"/>
              </a:ext>
            </a:extLst>
          </p:cNvPr>
          <p:cNvSpPr txBox="1">
            <a:spLocks/>
          </p:cNvSpPr>
          <p:nvPr/>
        </p:nvSpPr>
        <p:spPr>
          <a:xfrm>
            <a:off x="5264955" y="1701936"/>
            <a:ext cx="5751237" cy="342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Not enough leads</a:t>
            </a:r>
            <a:endParaRPr lang="en-US" sz="3200" dirty="0"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FA1D4D-AEA4-1D78-9A3C-FD7B02F9D0C2}"/>
              </a:ext>
            </a:extLst>
          </p:cNvPr>
          <p:cNvCxnSpPr/>
          <p:nvPr/>
        </p:nvCxnSpPr>
        <p:spPr>
          <a:xfrm>
            <a:off x="4613564" y="17019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23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74EB-AC8C-2C59-C081-1419E46B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275373-AEBD-7942-F302-0DDA9C1EEC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108267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problem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C6F031-C0DD-36B8-909C-DB017C8413A9}"/>
              </a:ext>
            </a:extLst>
          </p:cNvPr>
          <p:cNvSpPr txBox="1">
            <a:spLocks/>
          </p:cNvSpPr>
          <p:nvPr/>
        </p:nvSpPr>
        <p:spPr>
          <a:xfrm>
            <a:off x="5264955" y="1701936"/>
            <a:ext cx="5751237" cy="342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Not enough qualified leads</a:t>
            </a:r>
            <a:endParaRPr lang="en-US" sz="3200" dirty="0"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463502B-24DE-1A5B-A323-C9CE90162E3E}"/>
              </a:ext>
            </a:extLst>
          </p:cNvPr>
          <p:cNvCxnSpPr/>
          <p:nvPr/>
        </p:nvCxnSpPr>
        <p:spPr>
          <a:xfrm>
            <a:off x="4613564" y="17019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2826332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FF5C8-1EAB-69B5-ACDF-BFACC29CC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9D24AF-0E7D-F937-4CB5-B530FCAB4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108267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problem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5EE9A-C637-2889-9915-C5147FB205A5}"/>
              </a:ext>
            </a:extLst>
          </p:cNvPr>
          <p:cNvSpPr txBox="1">
            <a:spLocks/>
          </p:cNvSpPr>
          <p:nvPr/>
        </p:nvSpPr>
        <p:spPr>
          <a:xfrm>
            <a:off x="5264955" y="1701936"/>
            <a:ext cx="5751237" cy="342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Steve &amp; Alan’s time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Not enough qualified leads</a:t>
            </a:r>
            <a:endParaRPr lang="en-US" sz="3200" dirty="0"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C03175-BA2D-0A37-02E3-81B3536B4A59}"/>
              </a:ext>
            </a:extLst>
          </p:cNvPr>
          <p:cNvCxnSpPr/>
          <p:nvPr/>
        </p:nvCxnSpPr>
        <p:spPr>
          <a:xfrm>
            <a:off x="4613564" y="17019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055578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B588B-91A1-8156-681F-F45D55E12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A72970-6490-B868-EEAE-3589FA997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108267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06F03-42EC-94C1-D130-96CF0BDBB4A2}"/>
              </a:ext>
            </a:extLst>
          </p:cNvPr>
          <p:cNvSpPr txBox="1">
            <a:spLocks/>
          </p:cNvSpPr>
          <p:nvPr/>
        </p:nvSpPr>
        <p:spPr>
          <a:xfrm>
            <a:off x="5264955" y="414669"/>
            <a:ext cx="5751237" cy="5656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Steve &amp; Alan’s time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Closing clients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Coaching clients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/>
              <a:t>delegate </a:t>
            </a:r>
            <a:r>
              <a:rPr lang="en-US" sz="3200" dirty="0"/>
              <a:t>&amp; Automate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+ MORE QUALIFIED LEADS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AF20F8-89AA-4AB0-C84F-8F781D24BA9F}"/>
              </a:ext>
            </a:extLst>
          </p:cNvPr>
          <p:cNvCxnSpPr>
            <a:cxnSpLocks/>
          </p:cNvCxnSpPr>
          <p:nvPr/>
        </p:nvCxnSpPr>
        <p:spPr>
          <a:xfrm>
            <a:off x="4613564" y="1701936"/>
            <a:ext cx="0" cy="421672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401153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8D68-F1C2-DFC0-2249-1284D0146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A996D0C-028A-F0B8-7062-BD317C5127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89E9AF-14C1-2E83-A900-BA439B471558}"/>
              </a:ext>
            </a:extLst>
          </p:cNvPr>
          <p:cNvSpPr txBox="1">
            <a:spLocks/>
          </p:cNvSpPr>
          <p:nvPr/>
        </p:nvSpPr>
        <p:spPr>
          <a:xfrm>
            <a:off x="1876424" y="1122363"/>
            <a:ext cx="879157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What do you get?</a:t>
            </a:r>
          </a:p>
        </p:txBody>
      </p:sp>
    </p:spTree>
    <p:extLst>
      <p:ext uri="{BB962C8B-B14F-4D97-AF65-F5344CB8AC3E}">
        <p14:creationId xmlns:p14="http://schemas.microsoft.com/office/powerpoint/2010/main" val="240654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9B115-4E43-4449-BC6E-5472EA7D1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E91CD6F-269F-38A3-A1F3-FF8B06DCE5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C32CAE-754D-AEAA-291A-A7080BCE7059}"/>
              </a:ext>
            </a:extLst>
          </p:cNvPr>
          <p:cNvSpPr txBox="1">
            <a:spLocks/>
          </p:cNvSpPr>
          <p:nvPr/>
        </p:nvSpPr>
        <p:spPr>
          <a:xfrm>
            <a:off x="2875290" y="1063255"/>
            <a:ext cx="8501547" cy="4827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 Powered Marketing team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Strategy &amp; implementation Specialist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Administrative assistant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Writing Assistant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Marketing Assistant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AI Developer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800" dirty="0">
                <a:latin typeface="+mn-lt"/>
              </a:rPr>
              <a:t>AI Powered Alan and Steve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E56D64-B3FD-A87A-D8C7-499599B23B6A}"/>
              </a:ext>
            </a:extLst>
          </p:cNvPr>
          <p:cNvSpPr txBox="1"/>
          <p:nvPr/>
        </p:nvSpPr>
        <p:spPr>
          <a:xfrm>
            <a:off x="6609229" y="821398"/>
            <a:ext cx="51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What do you get?</a:t>
            </a:r>
          </a:p>
        </p:txBody>
      </p:sp>
    </p:spTree>
    <p:extLst>
      <p:ext uri="{BB962C8B-B14F-4D97-AF65-F5344CB8AC3E}">
        <p14:creationId xmlns:p14="http://schemas.microsoft.com/office/powerpoint/2010/main" val="35528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DB9D-0602-C92E-B450-52D4BEAFC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E64938-9911-BFA1-2E06-6A280C47F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27F61C5-A947-CCC9-6F03-61A35FA72E5E}"/>
              </a:ext>
            </a:extLst>
          </p:cNvPr>
          <p:cNvSpPr txBox="1">
            <a:spLocks/>
          </p:cNvSpPr>
          <p:nvPr/>
        </p:nvSpPr>
        <p:spPr>
          <a:xfrm>
            <a:off x="1876424" y="1122363"/>
            <a:ext cx="879157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 we save time?</a:t>
            </a:r>
          </a:p>
        </p:txBody>
      </p:sp>
    </p:spTree>
    <p:extLst>
      <p:ext uri="{BB962C8B-B14F-4D97-AF65-F5344CB8AC3E}">
        <p14:creationId xmlns:p14="http://schemas.microsoft.com/office/powerpoint/2010/main" val="327758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9E3A-AC3F-A97E-B238-DC31E6BE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39A1-1CB9-B84E-C139-3A61D84A3EB8}"/>
              </a:ext>
            </a:extLst>
          </p:cNvPr>
          <p:cNvSpPr txBox="1">
            <a:spLocks/>
          </p:cNvSpPr>
          <p:nvPr/>
        </p:nvSpPr>
        <p:spPr>
          <a:xfrm>
            <a:off x="2875290" y="625288"/>
            <a:ext cx="8895813" cy="52332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Scalable efficient Lead vetting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Gather leads (Zoom Info and Apollo)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enrich &amp; SCORE with AI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Lead Vetting – Admin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Send to Steve and Alan (PIPEDRIVE)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C2AF7D-6B7E-EB1D-D4A1-4A1000E3636D}"/>
              </a:ext>
            </a:extLst>
          </p:cNvPr>
          <p:cNvSpPr txBox="1">
            <a:spLocks/>
          </p:cNvSpPr>
          <p:nvPr/>
        </p:nvSpPr>
        <p:spPr>
          <a:xfrm>
            <a:off x="3630201" y="306494"/>
            <a:ext cx="8140902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BEA1E5-7C56-F73C-BE10-6C34FE500A3E}"/>
              </a:ext>
            </a:extLst>
          </p:cNvPr>
          <p:cNvSpPr txBox="1"/>
          <p:nvPr/>
        </p:nvSpPr>
        <p:spPr>
          <a:xfrm>
            <a:off x="6609229" y="821398"/>
            <a:ext cx="51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we Save </a:t>
            </a:r>
            <a:r>
              <a:rPr lang="en-US" sz="3600" dirty="0">
                <a:latin typeface="Tw Cen MT" panose="020B0602020104020603"/>
              </a:rPr>
              <a:t>T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329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2CFD-E158-2168-9FFD-C399989F7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D66E8-4B14-0C46-4C76-26B1F3C80485}"/>
              </a:ext>
            </a:extLst>
          </p:cNvPr>
          <p:cNvSpPr txBox="1">
            <a:spLocks/>
          </p:cNvSpPr>
          <p:nvPr/>
        </p:nvSpPr>
        <p:spPr>
          <a:xfrm>
            <a:off x="2875290" y="1145664"/>
            <a:ext cx="8501547" cy="4827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Scalable efficient Lead vetting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Ai Content Creation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train agents on style and content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Integrate into Email, CRM, Marketing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endParaRPr lang="en-US" sz="3200" dirty="0"/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9E46B61-C487-EED3-B6F4-33EFF4DA8825}"/>
              </a:ext>
            </a:extLst>
          </p:cNvPr>
          <p:cNvSpPr txBox="1">
            <a:spLocks/>
          </p:cNvSpPr>
          <p:nvPr/>
        </p:nvSpPr>
        <p:spPr>
          <a:xfrm>
            <a:off x="3630201" y="306494"/>
            <a:ext cx="8140902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6EB2C-E0BC-28D3-3319-8E9B57AD3365}"/>
              </a:ext>
            </a:extLst>
          </p:cNvPr>
          <p:cNvSpPr txBox="1"/>
          <p:nvPr/>
        </p:nvSpPr>
        <p:spPr>
          <a:xfrm>
            <a:off x="6609229" y="821398"/>
            <a:ext cx="51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we Save </a:t>
            </a:r>
            <a:r>
              <a:rPr lang="en-US" sz="3600" dirty="0">
                <a:latin typeface="Tw Cen MT" panose="020B0602020104020603"/>
              </a:rPr>
              <a:t>T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2553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8B90-E2F9-D81C-A1DA-9EA4469A4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9485C-D429-BFED-8D74-B2CFBB85E166}"/>
              </a:ext>
            </a:extLst>
          </p:cNvPr>
          <p:cNvSpPr txBox="1">
            <a:spLocks/>
          </p:cNvSpPr>
          <p:nvPr/>
        </p:nvSpPr>
        <p:spPr>
          <a:xfrm>
            <a:off x="2875290" y="920649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Scalable efficient Lead vetting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Ai Content Creation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CRM Development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Single environment for sales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KPI Dashboards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200" dirty="0"/>
              <a:t>AI enhanced automated lead engagement</a:t>
            </a:r>
          </a:p>
          <a:p>
            <a:pPr marL="457200" indent="-4572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49F641-E94D-8F7E-5ACC-DCBC975097C6}"/>
              </a:ext>
            </a:extLst>
          </p:cNvPr>
          <p:cNvSpPr txBox="1">
            <a:spLocks/>
          </p:cNvSpPr>
          <p:nvPr/>
        </p:nvSpPr>
        <p:spPr>
          <a:xfrm>
            <a:off x="3630201" y="306494"/>
            <a:ext cx="8140902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002B46-C07D-74D9-5A4E-0AE3F12005EA}"/>
              </a:ext>
            </a:extLst>
          </p:cNvPr>
          <p:cNvSpPr txBox="1"/>
          <p:nvPr/>
        </p:nvSpPr>
        <p:spPr>
          <a:xfrm>
            <a:off x="6609229" y="821398"/>
            <a:ext cx="51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we Save </a:t>
            </a:r>
            <a:r>
              <a:rPr lang="en-US" sz="3600" dirty="0">
                <a:latin typeface="Tw Cen MT" panose="020B0602020104020603"/>
              </a:rPr>
              <a:t>T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8035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3EC3-524A-7222-2A88-61D23109D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DDCC-1961-8FA8-7042-33CCAE3F17B3}"/>
              </a:ext>
            </a:extLst>
          </p:cNvPr>
          <p:cNvSpPr txBox="1">
            <a:spLocks/>
          </p:cNvSpPr>
          <p:nvPr/>
        </p:nvSpPr>
        <p:spPr>
          <a:xfrm>
            <a:off x="2875290" y="1038239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Scalable efficient Lead vetting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Ai Content Creation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CRM Development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Integrated Systems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PURELY STAFF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0C65507-24E8-BE03-1C59-2958D0CB7F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91E3B4-88B0-1D2A-6CD1-8C1AF3498DA1}"/>
              </a:ext>
            </a:extLst>
          </p:cNvPr>
          <p:cNvSpPr txBox="1"/>
          <p:nvPr/>
        </p:nvSpPr>
        <p:spPr>
          <a:xfrm>
            <a:off x="6609229" y="821398"/>
            <a:ext cx="5161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How do we Save </a:t>
            </a:r>
            <a:r>
              <a:rPr lang="en-US" sz="3600" dirty="0">
                <a:latin typeface="Tw Cen MT" panose="020B0602020104020603"/>
              </a:rPr>
              <a:t>T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ime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8433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317B-8C2E-6574-7EEE-954602B8B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C5EB4E-4CCB-4594-7563-5E1A1581A5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748779592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A4F7A-83AB-A61F-F4D2-7380E8318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BF87F4C-1735-75F3-B1E2-5AA69E736A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3DDFDF-67EF-AF04-5A9F-8B8FDBDB047D}"/>
              </a:ext>
            </a:extLst>
          </p:cNvPr>
          <p:cNvSpPr txBox="1">
            <a:spLocks/>
          </p:cNvSpPr>
          <p:nvPr/>
        </p:nvSpPr>
        <p:spPr>
          <a:xfrm>
            <a:off x="1876424" y="1122363"/>
            <a:ext cx="879157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DO WE INCREASE LEADS?</a:t>
            </a:r>
          </a:p>
        </p:txBody>
      </p:sp>
    </p:spTree>
    <p:extLst>
      <p:ext uri="{BB962C8B-B14F-4D97-AF65-F5344CB8AC3E}">
        <p14:creationId xmlns:p14="http://schemas.microsoft.com/office/powerpoint/2010/main" val="18384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9DE98-3965-8615-1022-A7CAEB82A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E1CD-125C-5E8F-9419-64A97F4D5DC0}"/>
              </a:ext>
            </a:extLst>
          </p:cNvPr>
          <p:cNvSpPr txBox="1">
            <a:spLocks/>
          </p:cNvSpPr>
          <p:nvPr/>
        </p:nvSpPr>
        <p:spPr>
          <a:xfrm>
            <a:off x="2875290" y="903759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Current Outbound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Zoom Info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Apollo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LinkedIn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Relational</a:t>
            </a: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D7B254B-5820-8A7C-7684-3984DC704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D8E5BB-A1D1-B955-B000-7412CC1A4905}"/>
              </a:ext>
            </a:extLst>
          </p:cNvPr>
          <p:cNvSpPr txBox="1"/>
          <p:nvPr/>
        </p:nvSpPr>
        <p:spPr>
          <a:xfrm>
            <a:off x="6239435" y="821398"/>
            <a:ext cx="553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lang="en-US" sz="3600" dirty="0">
                <a:latin typeface="Tw Cen MT" panose="020B0602020104020603"/>
              </a:rPr>
              <a:t>How do we Increase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Leads?</a:t>
            </a:r>
          </a:p>
        </p:txBody>
      </p:sp>
    </p:spTree>
    <p:extLst>
      <p:ext uri="{BB962C8B-B14F-4D97-AF65-F5344CB8AC3E}">
        <p14:creationId xmlns:p14="http://schemas.microsoft.com/office/powerpoint/2010/main" val="50628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19D50-3C90-2D3E-73CA-529FC779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CC578-C182-0504-FAD9-B45B93E7161D}"/>
              </a:ext>
            </a:extLst>
          </p:cNvPr>
          <p:cNvSpPr txBox="1">
            <a:spLocks/>
          </p:cNvSpPr>
          <p:nvPr/>
        </p:nvSpPr>
        <p:spPr>
          <a:xfrm>
            <a:off x="2875290" y="903759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Current Outbound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Conferences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Identify conferences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Enriched lead prep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Leverage Relationships</a:t>
            </a: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55E7AEE-9659-459F-2D33-FF7C12BD91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7522D5-ED5B-154E-E8A0-D55D882FD5DF}"/>
              </a:ext>
            </a:extLst>
          </p:cNvPr>
          <p:cNvSpPr txBox="1"/>
          <p:nvPr/>
        </p:nvSpPr>
        <p:spPr>
          <a:xfrm>
            <a:off x="6239435" y="821398"/>
            <a:ext cx="553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lang="en-US" sz="3600" dirty="0">
                <a:latin typeface="Tw Cen MT" panose="020B0602020104020603"/>
              </a:rPr>
              <a:t>How do we Increase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Leads?</a:t>
            </a:r>
          </a:p>
        </p:txBody>
      </p:sp>
    </p:spTree>
    <p:extLst>
      <p:ext uri="{BB962C8B-B14F-4D97-AF65-F5344CB8AC3E}">
        <p14:creationId xmlns:p14="http://schemas.microsoft.com/office/powerpoint/2010/main" val="429300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1FC71-5A77-D5E6-0504-A76BE83E8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87AA-455C-6E76-C26B-BA1A7B21218F}"/>
              </a:ext>
            </a:extLst>
          </p:cNvPr>
          <p:cNvSpPr txBox="1">
            <a:spLocks/>
          </p:cNvSpPr>
          <p:nvPr/>
        </p:nvSpPr>
        <p:spPr>
          <a:xfrm>
            <a:off x="2875290" y="903759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Current </a:t>
            </a:r>
            <a:r>
              <a:rPr lang="en-US" sz="3600" dirty="0" err="1"/>
              <a:t>OUTbound</a:t>
            </a:r>
            <a:endParaRPr lang="en-US" sz="36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Conferences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New Marketing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LinkedIn – Webinar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Social Media to Four Fires</a:t>
            </a:r>
          </a:p>
          <a:p>
            <a:pPr marL="571500" indent="-5715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3600" dirty="0"/>
              <a:t>Completed OSS – CEOs, FF, Pastors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D99A481-F885-12D9-CE5F-56353FB8D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E874BD-D775-6A6B-930A-02690DA15777}"/>
              </a:ext>
            </a:extLst>
          </p:cNvPr>
          <p:cNvSpPr txBox="1"/>
          <p:nvPr/>
        </p:nvSpPr>
        <p:spPr>
          <a:xfrm>
            <a:off x="6239435" y="821398"/>
            <a:ext cx="553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lang="en-US" sz="3600" dirty="0">
                <a:latin typeface="Tw Cen MT" panose="020B0602020104020603"/>
              </a:rPr>
              <a:t>How do we Increase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Leads?</a:t>
            </a:r>
          </a:p>
        </p:txBody>
      </p:sp>
    </p:spTree>
    <p:extLst>
      <p:ext uri="{BB962C8B-B14F-4D97-AF65-F5344CB8AC3E}">
        <p14:creationId xmlns:p14="http://schemas.microsoft.com/office/powerpoint/2010/main" val="1736013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70E6E-B980-6F1F-BFC6-3F1A706B8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78F9-A5F6-48C8-148C-427A55672B20}"/>
              </a:ext>
            </a:extLst>
          </p:cNvPr>
          <p:cNvSpPr txBox="1">
            <a:spLocks/>
          </p:cNvSpPr>
          <p:nvPr/>
        </p:nvSpPr>
        <p:spPr>
          <a:xfrm>
            <a:off x="2875290" y="944103"/>
            <a:ext cx="8777994" cy="5132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Current Outbound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Conferences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/>
              <a:t>New Marketing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+ Relational Strategic advantage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0E5CB4-550B-1144-1FDD-1ECC95137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9F0AA-B2E6-9D34-AFE8-6ED81FF598B0}"/>
              </a:ext>
            </a:extLst>
          </p:cNvPr>
          <p:cNvSpPr txBox="1"/>
          <p:nvPr/>
        </p:nvSpPr>
        <p:spPr>
          <a:xfrm>
            <a:off x="6239435" y="821398"/>
            <a:ext cx="553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25000"/>
              <a:buFontTx/>
              <a:buNone/>
              <a:tabLst/>
              <a:defRPr/>
            </a:pPr>
            <a:r>
              <a:rPr lang="en-US" sz="3600" dirty="0">
                <a:latin typeface="Tw Cen MT" panose="020B0602020104020603"/>
              </a:rPr>
              <a:t>How do we Increase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w Cen MT" panose="020B0602020104020603"/>
                <a:ea typeface="+mn-ea"/>
                <a:cs typeface="+mn-cs"/>
              </a:rPr>
              <a:t> Leads?</a:t>
            </a:r>
          </a:p>
        </p:txBody>
      </p:sp>
    </p:spTree>
    <p:extLst>
      <p:ext uri="{BB962C8B-B14F-4D97-AF65-F5344CB8AC3E}">
        <p14:creationId xmlns:p14="http://schemas.microsoft.com/office/powerpoint/2010/main" val="26931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0B67-797D-0340-CF03-17CCDF3E6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67F6-273E-70BE-3376-69D28CB944C5}"/>
              </a:ext>
            </a:extLst>
          </p:cNvPr>
          <p:cNvSpPr txBox="1">
            <a:spLocks/>
          </p:cNvSpPr>
          <p:nvPr/>
        </p:nvSpPr>
        <p:spPr>
          <a:xfrm>
            <a:off x="2169319" y="816353"/>
            <a:ext cx="8246366" cy="5409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qualified lead Generation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2000" dirty="0"/>
              <a:t>Current Outbound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2000" dirty="0"/>
              <a:t>Conferences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2000" dirty="0"/>
              <a:t>New Marketing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000" dirty="0"/>
              <a:t>LinkedIn to Webinar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000" dirty="0"/>
              <a:t>Social Media to FF</a:t>
            </a:r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25000"/>
              <a:buFont typeface="Wingdings" panose="05000000000000000000" pitchFamily="2" charset="2"/>
              <a:buChar char="§"/>
            </a:pPr>
            <a:r>
              <a:rPr lang="en-US" sz="2000" dirty="0"/>
              <a:t>Pastor Emails/Social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2D830-D7B3-46D5-F3BB-246E830A798B}"/>
              </a:ext>
            </a:extLst>
          </p:cNvPr>
          <p:cNvSpPr txBox="1"/>
          <p:nvPr/>
        </p:nvSpPr>
        <p:spPr>
          <a:xfrm>
            <a:off x="5336551" y="2306463"/>
            <a:ext cx="13467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D6C5F-71B8-A645-C497-23C97C68A3D4}"/>
              </a:ext>
            </a:extLst>
          </p:cNvPr>
          <p:cNvSpPr txBox="1"/>
          <p:nvPr/>
        </p:nvSpPr>
        <p:spPr>
          <a:xfrm>
            <a:off x="6154302" y="3429000"/>
            <a:ext cx="2147777" cy="1077218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AI LEAD</a:t>
            </a:r>
          </a:p>
          <a:p>
            <a:pPr algn="ctr"/>
            <a:r>
              <a:rPr lang="en-US" sz="3200" b="1" dirty="0"/>
              <a:t>VETTING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8DA97E-6963-B28C-AE96-34041382A99E}"/>
              </a:ext>
            </a:extLst>
          </p:cNvPr>
          <p:cNvSpPr txBox="1"/>
          <p:nvPr/>
        </p:nvSpPr>
        <p:spPr>
          <a:xfrm>
            <a:off x="8954214" y="3675221"/>
            <a:ext cx="2147777" cy="584775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Sales Calls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6FACAC-3EB9-DDF7-15E3-ED200F3FE44A}"/>
              </a:ext>
            </a:extLst>
          </p:cNvPr>
          <p:cNvSpPr/>
          <p:nvPr/>
        </p:nvSpPr>
        <p:spPr>
          <a:xfrm>
            <a:off x="8447393" y="3848828"/>
            <a:ext cx="393405" cy="23756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36DFF9B-E8F6-5784-F2D2-7A419F55A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solution</a:t>
            </a:r>
          </a:p>
        </p:txBody>
      </p:sp>
    </p:spTree>
    <p:extLst>
      <p:ext uri="{BB962C8B-B14F-4D97-AF65-F5344CB8AC3E}">
        <p14:creationId xmlns:p14="http://schemas.microsoft.com/office/powerpoint/2010/main" val="202407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B9EAB-E8D3-9616-9711-3350313D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AA6BC2-267C-B12A-54FD-9B9D6FB90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460878601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88D52-728E-A3C8-3EA6-9316E763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F991D48-0596-EAEC-6F78-101470AB3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process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F4640DB-7C35-9B1A-3D23-7ADA5E8748F0}"/>
              </a:ext>
            </a:extLst>
          </p:cNvPr>
          <p:cNvSpPr txBox="1">
            <a:spLocks/>
          </p:cNvSpPr>
          <p:nvPr/>
        </p:nvSpPr>
        <p:spPr>
          <a:xfrm>
            <a:off x="1876424" y="1122363"/>
            <a:ext cx="879157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How will it work?</a:t>
            </a:r>
          </a:p>
        </p:txBody>
      </p:sp>
    </p:spTree>
    <p:extLst>
      <p:ext uri="{BB962C8B-B14F-4D97-AF65-F5344CB8AC3E}">
        <p14:creationId xmlns:p14="http://schemas.microsoft.com/office/powerpoint/2010/main" val="3816065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87E8-1DFE-D7EE-A28F-7BE44980B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791B-7544-270F-6E14-2A420EB49D25}"/>
              </a:ext>
            </a:extLst>
          </p:cNvPr>
          <p:cNvSpPr txBox="1">
            <a:spLocks/>
          </p:cNvSpPr>
          <p:nvPr/>
        </p:nvSpPr>
        <p:spPr>
          <a:xfrm>
            <a:off x="2875290" y="893126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482A12-2484-F20A-AAD3-2009708127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Process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0E877167-1787-1912-6069-D9C354F7A2AE}"/>
              </a:ext>
            </a:extLst>
          </p:cNvPr>
          <p:cNvSpPr txBox="1">
            <a:spLocks/>
          </p:cNvSpPr>
          <p:nvPr/>
        </p:nvSpPr>
        <p:spPr>
          <a:xfrm>
            <a:off x="3128931" y="1562499"/>
            <a:ext cx="6641068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Simplified Design 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D31D71-6E39-9BF9-E223-F60EFD1A550D}"/>
              </a:ext>
            </a:extLst>
          </p:cNvPr>
          <p:cNvSpPr txBox="1"/>
          <p:nvPr/>
        </p:nvSpPr>
        <p:spPr>
          <a:xfrm>
            <a:off x="1479264" y="3381144"/>
            <a:ext cx="2147777" cy="584775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85106-948E-F77F-1146-E4BBD86F6A25}"/>
              </a:ext>
            </a:extLst>
          </p:cNvPr>
          <p:cNvSpPr txBox="1"/>
          <p:nvPr/>
        </p:nvSpPr>
        <p:spPr>
          <a:xfrm>
            <a:off x="9169335" y="3381143"/>
            <a:ext cx="2463201" cy="584775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</a:rPr>
              <a:t>AUTOMATE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033DF7-F549-5AAF-33FB-51241890382E}"/>
              </a:ext>
            </a:extLst>
          </p:cNvPr>
          <p:cNvSpPr/>
          <p:nvPr/>
        </p:nvSpPr>
        <p:spPr>
          <a:xfrm>
            <a:off x="8813792" y="3544782"/>
            <a:ext cx="295505" cy="25749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D4871D-BBB8-D241-685D-5530DED13C9E}"/>
              </a:ext>
            </a:extLst>
          </p:cNvPr>
          <p:cNvSpPr txBox="1"/>
          <p:nvPr/>
        </p:nvSpPr>
        <p:spPr>
          <a:xfrm>
            <a:off x="4042621" y="3381146"/>
            <a:ext cx="2147777" cy="584775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1F5D5-9FDF-66C3-E353-648ADD595159}"/>
              </a:ext>
            </a:extLst>
          </p:cNvPr>
          <p:cNvSpPr txBox="1"/>
          <p:nvPr/>
        </p:nvSpPr>
        <p:spPr>
          <a:xfrm>
            <a:off x="6605978" y="3381144"/>
            <a:ext cx="2147777" cy="584775"/>
          </a:xfrm>
          <a:prstGeom prst="rect">
            <a:avLst/>
          </a:prstGeom>
          <a:noFill/>
          <a:ln w="69850" cap="rnd">
            <a:solidFill>
              <a:schemeClr val="tx1"/>
            </a:solidFill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CUT/ADD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0D012E7-78D5-EAA3-C8A9-E427F3F5B7A7}"/>
              </a:ext>
            </a:extLst>
          </p:cNvPr>
          <p:cNvSpPr/>
          <p:nvPr/>
        </p:nvSpPr>
        <p:spPr>
          <a:xfrm>
            <a:off x="3687078" y="3522134"/>
            <a:ext cx="295505" cy="25749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FF585DD4-2389-6FE2-6645-759B1B32C94A}"/>
              </a:ext>
            </a:extLst>
          </p:cNvPr>
          <p:cNvSpPr/>
          <p:nvPr/>
        </p:nvSpPr>
        <p:spPr>
          <a:xfrm>
            <a:off x="5012232" y="2655377"/>
            <a:ext cx="2874467" cy="584775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500D1164-DBFD-6EDE-AC2E-8449346F8BA1}"/>
              </a:ext>
            </a:extLst>
          </p:cNvPr>
          <p:cNvSpPr/>
          <p:nvPr/>
        </p:nvSpPr>
        <p:spPr>
          <a:xfrm flipH="1" flipV="1">
            <a:off x="4938259" y="4117777"/>
            <a:ext cx="2931458" cy="652312"/>
          </a:xfrm>
          <a:prstGeom prst="curved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09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AC8C9-0547-E3B5-A0D8-C02981BC0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DEC25-3266-9867-E8D5-46C7DACB490C}"/>
              </a:ext>
            </a:extLst>
          </p:cNvPr>
          <p:cNvSpPr txBox="1">
            <a:spLocks/>
          </p:cNvSpPr>
          <p:nvPr/>
        </p:nvSpPr>
        <p:spPr>
          <a:xfrm>
            <a:off x="2875290" y="893126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7BABBE-9EE5-5366-E5A0-6BAA967BA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Timeline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FB29272-AB23-87A2-7F10-5945A5AF9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059823"/>
              </p:ext>
            </p:extLst>
          </p:nvPr>
        </p:nvGraphicFramePr>
        <p:xfrm>
          <a:off x="2384519" y="2017405"/>
          <a:ext cx="8966200" cy="3131820"/>
        </p:xfrm>
        <a:graphic>
          <a:graphicData uri="http://schemas.openxmlformats.org/drawingml/2006/table">
            <a:tbl>
              <a:tblPr/>
              <a:tblGrid>
                <a:gridCol w="2870200">
                  <a:extLst>
                    <a:ext uri="{9D8B030D-6E8A-4147-A177-3AD203B41FA5}">
                      <a16:colId xmlns:a16="http://schemas.microsoft.com/office/drawing/2014/main" val="3488060029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496606937"/>
                    </a:ext>
                  </a:extLst>
                </a:gridCol>
                <a:gridCol w="1765300">
                  <a:extLst>
                    <a:ext uri="{9D8B030D-6E8A-4147-A177-3AD203B41FA5}">
                      <a16:colId xmlns:a16="http://schemas.microsoft.com/office/drawing/2014/main" val="85793859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48464336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521053285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39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376068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Conference Intel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 and 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016028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Lead Vetting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560773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Current Outbound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380806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LinkedIn to Webinar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9734267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Social to Four Fires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530248"/>
                  </a:ext>
                </a:extLst>
              </a:tr>
              <a:tr h="4724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Pastor Email/Social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1104651"/>
                  </a:ext>
                </a:extLst>
              </a:tr>
            </a:tbl>
          </a:graphicData>
        </a:graphic>
      </p:graphicFrame>
      <p:sp>
        <p:nvSpPr>
          <p:cNvPr id="27" name="Title 1">
            <a:extLst>
              <a:ext uri="{FF2B5EF4-FFF2-40B4-BE49-F238E27FC236}">
                <a16:creationId xmlns:a16="http://schemas.microsoft.com/office/drawing/2014/main" id="{1A4CC9A1-93C8-FF9A-D0E5-D81E5AFE4256}"/>
              </a:ext>
            </a:extLst>
          </p:cNvPr>
          <p:cNvSpPr txBox="1">
            <a:spLocks/>
          </p:cNvSpPr>
          <p:nvPr/>
        </p:nvSpPr>
        <p:spPr>
          <a:xfrm>
            <a:off x="2323594" y="1260644"/>
            <a:ext cx="4130994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Marketing Channels</a:t>
            </a:r>
          </a:p>
        </p:txBody>
      </p:sp>
    </p:spTree>
    <p:extLst>
      <p:ext uri="{BB962C8B-B14F-4D97-AF65-F5344CB8AC3E}">
        <p14:creationId xmlns:p14="http://schemas.microsoft.com/office/powerpoint/2010/main" val="3971649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F3886-A6DE-6EB7-B468-30C8C897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8A69-8FCB-2F1E-4660-1C4FA785C9A0}"/>
              </a:ext>
            </a:extLst>
          </p:cNvPr>
          <p:cNvSpPr txBox="1">
            <a:spLocks/>
          </p:cNvSpPr>
          <p:nvPr/>
        </p:nvSpPr>
        <p:spPr>
          <a:xfrm>
            <a:off x="2875290" y="893126"/>
            <a:ext cx="8777994" cy="59010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6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9D18C53-2509-E386-A1E9-C055378CC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0201" y="306494"/>
            <a:ext cx="8140902" cy="7567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 the Timeline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F2A16B0-8BC9-6A89-7A84-D64A49CDC526}"/>
              </a:ext>
            </a:extLst>
          </p:cNvPr>
          <p:cNvSpPr txBox="1">
            <a:spLocks/>
          </p:cNvSpPr>
          <p:nvPr/>
        </p:nvSpPr>
        <p:spPr>
          <a:xfrm>
            <a:off x="2323593" y="1260644"/>
            <a:ext cx="4352871" cy="756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Technology Resources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91734C-171D-CA68-A647-E76093D71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675319"/>
              </p:ext>
            </p:extLst>
          </p:nvPr>
        </p:nvGraphicFramePr>
        <p:xfrm>
          <a:off x="2390829" y="2029098"/>
          <a:ext cx="8810601" cy="3541710"/>
        </p:xfrm>
        <a:graphic>
          <a:graphicData uri="http://schemas.openxmlformats.org/drawingml/2006/table">
            <a:tbl>
              <a:tblPr/>
              <a:tblGrid>
                <a:gridCol w="2820391">
                  <a:extLst>
                    <a:ext uri="{9D8B030D-6E8A-4147-A177-3AD203B41FA5}">
                      <a16:colId xmlns:a16="http://schemas.microsoft.com/office/drawing/2014/main" val="3943513465"/>
                    </a:ext>
                  </a:extLst>
                </a:gridCol>
                <a:gridCol w="1734665">
                  <a:extLst>
                    <a:ext uri="{9D8B030D-6E8A-4147-A177-3AD203B41FA5}">
                      <a16:colId xmlns:a16="http://schemas.microsoft.com/office/drawing/2014/main" val="530230443"/>
                    </a:ext>
                  </a:extLst>
                </a:gridCol>
                <a:gridCol w="1734665">
                  <a:extLst>
                    <a:ext uri="{9D8B030D-6E8A-4147-A177-3AD203B41FA5}">
                      <a16:colId xmlns:a16="http://schemas.microsoft.com/office/drawing/2014/main" val="866956393"/>
                    </a:ext>
                  </a:extLst>
                </a:gridCol>
                <a:gridCol w="1260440">
                  <a:extLst>
                    <a:ext uri="{9D8B030D-6E8A-4147-A177-3AD203B41FA5}">
                      <a16:colId xmlns:a16="http://schemas.microsoft.com/office/drawing/2014/main" val="1455286071"/>
                    </a:ext>
                  </a:extLst>
                </a:gridCol>
                <a:gridCol w="1260440">
                  <a:extLst>
                    <a:ext uri="{9D8B030D-6E8A-4147-A177-3AD203B41FA5}">
                      <a16:colId xmlns:a16="http://schemas.microsoft.com/office/drawing/2014/main" val="1888588169"/>
                    </a:ext>
                  </a:extLst>
                </a:gridCol>
              </a:tblGrid>
              <a:tr h="2920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600" b="1" i="0" u="none" strike="noStrike" dirty="0">
                        <a:solidFill>
                          <a:srgbClr val="FFFFFF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7488" marR="7488" marT="7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Q1</a:t>
                      </a:r>
                    </a:p>
                  </a:txBody>
                  <a:tcPr marL="7488" marR="7488" marT="7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Q2</a:t>
                      </a:r>
                    </a:p>
                  </a:txBody>
                  <a:tcPr marL="7488" marR="7488" marT="7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Q3</a:t>
                      </a:r>
                    </a:p>
                  </a:txBody>
                  <a:tcPr marL="7488" marR="7488" marT="7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Q4 </a:t>
                      </a:r>
                    </a:p>
                  </a:txBody>
                  <a:tcPr marL="7488" marR="7488" marT="74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662254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Writing Agent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 and 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903675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Conference Agent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 and 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274733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Lead Enrichment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 and 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 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050391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Lead Scoring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59771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CRM Development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748570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System Integration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213640"/>
                  </a:ext>
                </a:extLst>
              </a:tr>
              <a:tr h="4642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 Automation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 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Build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86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Tw Cen MT" panose="020B0602020104020603" pitchFamily="34" charset="0"/>
                        </a:rPr>
                        <a:t>Optimize</a:t>
                      </a:r>
                    </a:p>
                  </a:txBody>
                  <a:tcPr marL="7488" marR="7488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0339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60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0DBD-277D-E5A1-2C1A-7A9AC1F5C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41A18F1-955F-4B0A-FB74-438EF141F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98181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DBA02B-227E-61E6-DB94-8A4AAB828FC6}"/>
              </a:ext>
            </a:extLst>
          </p:cNvPr>
          <p:cNvSpPr txBox="1">
            <a:spLocks/>
          </p:cNvSpPr>
          <p:nvPr/>
        </p:nvSpPr>
        <p:spPr>
          <a:xfrm>
            <a:off x="5264955" y="414669"/>
            <a:ext cx="5751237" cy="5656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A Marketing Product?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B25E8DB-7E16-027F-B06D-E41FE9AD3545}"/>
              </a:ext>
            </a:extLst>
          </p:cNvPr>
          <p:cNvCxnSpPr/>
          <p:nvPr/>
        </p:nvCxnSpPr>
        <p:spPr>
          <a:xfrm>
            <a:off x="4613564" y="17019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303806"/>
      </p:ext>
    </p:extLst>
  </p:cSld>
  <p:clrMapOvr>
    <a:masterClrMapping/>
  </p:clrMapOvr>
  <p:transition spd="slow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1002-BE0A-3CBB-AD67-7FA1B740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DBFDC1E-70F3-7E52-D16F-36D61DED0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1413" y="981813"/>
            <a:ext cx="2869416" cy="47085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What is</a:t>
            </a:r>
            <a:br>
              <a:rPr lang="en-US" sz="40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4000" dirty="0">
                <a:solidFill>
                  <a:schemeClr val="accent5">
                    <a:lumMod val="75000"/>
                  </a:schemeClr>
                </a:solidFill>
              </a:rPr>
              <a:t>the solution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252675-AFF2-EE96-7C6F-694EE984CD14}"/>
              </a:ext>
            </a:extLst>
          </p:cNvPr>
          <p:cNvSpPr txBox="1">
            <a:spLocks/>
          </p:cNvSpPr>
          <p:nvPr/>
        </p:nvSpPr>
        <p:spPr>
          <a:xfrm>
            <a:off x="5264955" y="414669"/>
            <a:ext cx="5751237" cy="5656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A Marketing Team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A Partner in ministry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r>
              <a:rPr lang="en-US" sz="3200" dirty="0"/>
              <a:t>A Partner for Growth</a:t>
            </a:r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  <a:p>
            <a:pPr>
              <a:lnSpc>
                <a:spcPct val="100000"/>
              </a:lnSpc>
              <a:spcAft>
                <a:spcPts val="600"/>
              </a:spcAft>
              <a:buSzPct val="125000"/>
            </a:pPr>
            <a:endParaRPr lang="en-US" sz="32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6E7A15-F40A-A385-0886-F0404AC09E73}"/>
              </a:ext>
            </a:extLst>
          </p:cNvPr>
          <p:cNvCxnSpPr/>
          <p:nvPr/>
        </p:nvCxnSpPr>
        <p:spPr>
          <a:xfrm>
            <a:off x="4613564" y="17019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1539873"/>
      </p:ext>
    </p:extLst>
  </p:cSld>
  <p:clrMapOvr>
    <a:masterClrMapping/>
  </p:clrMapOvr>
  <p:transition spd="slow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E43F2-ECDD-D93B-4BF8-622CC3AC2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6001E4-80F4-0905-33CE-50C2840BFD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794375749"/>
      </p:ext>
    </p:extLst>
  </p:cSld>
  <p:clrMapOvr>
    <a:masterClrMapping/>
  </p:clrMapOvr>
  <p:transition spd="slow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2B480-FC76-9DB5-8518-59E7A3E14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34DB-AA00-5791-FAF7-0D68FC5CBF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188" y="1122363"/>
            <a:ext cx="5832855" cy="4287836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ADE39B-A5F8-117F-A9D2-3DDFA2644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51631" y="1122363"/>
            <a:ext cx="2816368" cy="4287834"/>
          </a:xfrm>
        </p:spPr>
        <p:txBody>
          <a:bodyPr anchor="ctr">
            <a:normAutofit/>
          </a:bodyPr>
          <a:lstStyle/>
          <a:p>
            <a:r>
              <a:rPr lang="en-US" sz="2800" dirty="0"/>
              <a:t>David Hirsch</a:t>
            </a:r>
          </a:p>
          <a:p>
            <a:r>
              <a:rPr lang="en-US" sz="2800" dirty="0"/>
              <a:t>CM Solutions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0BF0C3-4F06-B52A-6FCC-CB45D1B90AC5}"/>
              </a:ext>
            </a:extLst>
          </p:cNvPr>
          <p:cNvCxnSpPr/>
          <p:nvPr/>
        </p:nvCxnSpPr>
        <p:spPr>
          <a:xfrm>
            <a:off x="7182197" y="1787236"/>
            <a:ext cx="0" cy="328352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14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2697</TotalTime>
  <Words>565</Words>
  <Application>Microsoft Office PowerPoint</Application>
  <PresentationFormat>Widescreen</PresentationFormat>
  <Paragraphs>231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Tw Cen MT</vt:lpstr>
      <vt:lpstr>Wingdings</vt:lpstr>
      <vt:lpstr>Circuit</vt:lpstr>
      <vt:lpstr>Human Powered  AI Solutions</vt:lpstr>
      <vt:lpstr>Farid Kheloco   Purely Works</vt:lpstr>
      <vt:lpstr>LEAD Consulting and four fires 2025 Goal</vt:lpstr>
      <vt:lpstr>What is the problem</vt:lpstr>
      <vt:lpstr>What is the problem</vt:lpstr>
      <vt:lpstr>What is the problem</vt:lpstr>
      <vt:lpstr>What is the solution</vt:lpstr>
      <vt:lpstr>What is the solution</vt:lpstr>
      <vt:lpstr>What is the solution</vt:lpstr>
      <vt:lpstr>What is the solution</vt:lpstr>
      <vt:lpstr>PowerPoint Presentation</vt:lpstr>
      <vt:lpstr>PowerPoint Presentation</vt:lpstr>
      <vt:lpstr>PowerPoint Presentation</vt:lpstr>
      <vt:lpstr>What is the solution</vt:lpstr>
      <vt:lpstr>QUESTIONS?</vt:lpstr>
      <vt:lpstr>What is the solution</vt:lpstr>
      <vt:lpstr>What is the solution</vt:lpstr>
      <vt:lpstr>What is the solution</vt:lpstr>
      <vt:lpstr>What is the solution</vt:lpstr>
      <vt:lpstr>What is the solution</vt:lpstr>
      <vt:lpstr>What is the solution</vt:lpstr>
      <vt:lpstr>QUESTIONS?</vt:lpstr>
      <vt:lpstr>What is the process</vt:lpstr>
      <vt:lpstr>What is the Process</vt:lpstr>
      <vt:lpstr>What is the Timeline</vt:lpstr>
      <vt:lpstr>What is the Timeline</vt:lpstr>
      <vt:lpstr>What is the solution</vt:lpstr>
      <vt:lpstr>What is the solution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Hirsch</dc:creator>
  <cp:lastModifiedBy>David Hirsch</cp:lastModifiedBy>
  <cp:revision>2</cp:revision>
  <dcterms:created xsi:type="dcterms:W3CDTF">2025-04-23T17:18:35Z</dcterms:created>
  <dcterms:modified xsi:type="dcterms:W3CDTF">2026-02-02T03:53:47Z</dcterms:modified>
</cp:coreProperties>
</file>