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55E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7A8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PURELY WORKS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E8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Services for Smarter Growth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1828800" cy="36576"/>
          </a:xfrm>
          <a:prstGeom prst="rect">
            <a:avLst/>
          </a:prstGeom>
          <a:solidFill>
            <a:srgbClr val="D7A83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businesses scale through AI-augmented teams</a:t>
            </a:r>
            <a:endParaRPr lang="en-US" sz="14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combine technology with human expertise.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Farid Kheloco  |  CEO / Co-Founder  |  farid@purelyworks.com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34747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7A8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your team shouldn't mean choosing between cost, quality, and flexibility.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24231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B0B0B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2423160" cy="54864"/>
          </a:xfrm>
          <a:prstGeom prst="rect">
            <a:avLst/>
          </a:prstGeom>
          <a:solidFill>
            <a:srgbClr val="455E7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11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Hiring Is Expensive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56032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technical hire costs $80K-$100K/year plus benefits, tools, and management overhead.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737360"/>
            <a:ext cx="24231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B0B0B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737360"/>
            <a:ext cx="2423160" cy="54864"/>
          </a:xfrm>
          <a:prstGeom prst="rect">
            <a:avLst/>
          </a:prstGeom>
          <a:solidFill>
            <a:srgbClr val="D7A83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011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Agencies Are Rigid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256032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scope, long contracts, vendor mentality. You pay for idle capacity whether you use it or not.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737360"/>
            <a:ext cx="24231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B0B0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737360"/>
            <a:ext cx="2423160" cy="54864"/>
          </a:xfrm>
          <a:prstGeom prst="rect">
            <a:avLst/>
          </a:prstGeom>
          <a:solidFill>
            <a:srgbClr val="455E7F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2011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Offshore Is Risky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256032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barriers, quality issues, and no ownership over code or IP leave you vulnerable.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7A8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We Are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Works is an AI-enabled services company helping businesses scale through intelligent automation, expert talent, and strategic consulting.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828800" cy="2011680"/>
          </a:xfrm>
          <a:prstGeom prst="rect">
            <a:avLst/>
          </a:prstGeom>
          <a:solidFill>
            <a:srgbClr val="455E7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7A8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to 20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2011680"/>
            <a:ext cx="1828800" cy="20116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83464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5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California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2011680"/>
            <a:ext cx="1828800" cy="2011680"/>
          </a:xfrm>
          <a:prstGeom prst="rect">
            <a:avLst/>
          </a:prstGeom>
          <a:solidFill>
            <a:srgbClr val="455E7F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7A8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93776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2011680"/>
            <a:ext cx="1828800" cy="20116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04088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5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Remote-Global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leadership + global operations team  |  www.purelyworks.com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55E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7A8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Approach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accelerates. Humans finish. Together, we deliver extraordinary results.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657600" cy="2560320"/>
          </a:xfrm>
          <a:prstGeom prst="rect">
            <a:avLst>
              <a:gd name="adj" fmla="val 3571"/>
            </a:avLst>
          </a:prstGeom>
          <a:solidFill>
            <a:srgbClr val="344A6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659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A8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Does the Heavy Lifting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26060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first-draft generation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candidate matching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research and analysis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 models for your domain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737360"/>
            <a:ext cx="3657600" cy="2560320"/>
          </a:xfrm>
          <a:prstGeom prst="rect">
            <a:avLst>
              <a:gd name="adj" fmla="val 3571"/>
            </a:avLst>
          </a:prstGeom>
          <a:solidFill>
            <a:srgbClr val="344A6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9659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A8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Humans Refine and Deliver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29200" y="26060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review and quality assurance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judgment and creativity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communication and collaboration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 and learning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31520" y="4434840"/>
            <a:ext cx="7680960" cy="36576"/>
          </a:xfrm>
          <a:prstGeom prst="rect">
            <a:avLst/>
          </a:prstGeom>
          <a:solidFill>
            <a:srgbClr val="D7A839">
              <a:alpha val="6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731520" y="4526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isn't AI replacing people. It's humans amplified by AI.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7A8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Core Services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scale, all powered by AI.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508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B0B0B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1508760" cy="54864"/>
          </a:xfrm>
          <a:prstGeom prst="rect">
            <a:avLst/>
          </a:prstGeom>
          <a:solidFill>
            <a:srgbClr val="0695C2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783080"/>
            <a:ext cx="685800" cy="685800"/>
          </a:xfrm>
          <a:prstGeom prst="ellipse">
            <a:avLst/>
          </a:prstGeom>
          <a:solidFill>
            <a:srgbClr val="0695C2">
              <a:alpha val="88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9280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651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Proposals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31089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RFP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148840" y="1463040"/>
            <a:ext cx="1508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B0B0B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148840" y="1463040"/>
            <a:ext cx="1508760" cy="54864"/>
          </a:xfrm>
          <a:prstGeom prst="rect">
            <a:avLst/>
          </a:prstGeom>
          <a:solidFill>
            <a:srgbClr val="A980D5"/>
          </a:solidFill>
          <a:ln/>
        </p:spPr>
      </p:sp>
      <p:sp>
        <p:nvSpPr>
          <p:cNvPr id="13" name="Shape 10"/>
          <p:cNvSpPr/>
          <p:nvPr/>
        </p:nvSpPr>
        <p:spPr>
          <a:xfrm>
            <a:off x="2560320" y="1783080"/>
            <a:ext cx="685800" cy="685800"/>
          </a:xfrm>
          <a:prstGeom prst="ellipse">
            <a:avLst/>
          </a:prstGeom>
          <a:solidFill>
            <a:srgbClr val="A980D5">
              <a:alpha val="88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189280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240280" y="2651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240280" y="31089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software and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builds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840480" y="1463040"/>
            <a:ext cx="1508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B0B0B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840480" y="1463040"/>
            <a:ext cx="1508760" cy="54864"/>
          </a:xfrm>
          <a:prstGeom prst="rect">
            <a:avLst/>
          </a:prstGeom>
          <a:solidFill>
            <a:srgbClr val="455E7F"/>
          </a:solidFill>
          <a:ln/>
        </p:spPr>
      </p:sp>
      <p:sp>
        <p:nvSpPr>
          <p:cNvPr id="19" name="Shape 15"/>
          <p:cNvSpPr/>
          <p:nvPr/>
        </p:nvSpPr>
        <p:spPr>
          <a:xfrm>
            <a:off x="4251960" y="1783080"/>
            <a:ext cx="685800" cy="685800"/>
          </a:xfrm>
          <a:prstGeom prst="ellipse">
            <a:avLst/>
          </a:prstGeom>
          <a:solidFill>
            <a:srgbClr val="455E7F">
              <a:alpha val="88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1892808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931920" y="2651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Consulting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3931920" y="31089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and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advisory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532120" y="1463040"/>
            <a:ext cx="1508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B0B0B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532120" y="1463040"/>
            <a:ext cx="1508760" cy="54864"/>
          </a:xfrm>
          <a:prstGeom prst="rect">
            <a:avLst/>
          </a:prstGeom>
          <a:solidFill>
            <a:srgbClr val="3CB3A2"/>
          </a:solidFill>
          <a:ln/>
        </p:spPr>
      </p:sp>
      <p:sp>
        <p:nvSpPr>
          <p:cNvPr id="25" name="Shape 20"/>
          <p:cNvSpPr/>
          <p:nvPr/>
        </p:nvSpPr>
        <p:spPr>
          <a:xfrm>
            <a:off x="5943600" y="1783080"/>
            <a:ext cx="685800" cy="685800"/>
          </a:xfrm>
          <a:prstGeom prst="ellipse">
            <a:avLst/>
          </a:prstGeom>
          <a:solidFill>
            <a:srgbClr val="3CB3A2">
              <a:alpha val="88000"/>
            </a:srgbClr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1892808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23560" y="2651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Recruiting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623560" y="31089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matching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7223760" y="1463040"/>
            <a:ext cx="1508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B0B0B0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223760" y="1463040"/>
            <a:ext cx="1508760" cy="54864"/>
          </a:xfrm>
          <a:prstGeom prst="rect">
            <a:avLst/>
          </a:prstGeom>
          <a:solidFill>
            <a:srgbClr val="DC9645"/>
          </a:solidFill>
          <a:ln/>
        </p:spPr>
      </p:sp>
      <p:sp>
        <p:nvSpPr>
          <p:cNvPr id="31" name="Shape 25"/>
          <p:cNvSpPr/>
          <p:nvPr/>
        </p:nvSpPr>
        <p:spPr>
          <a:xfrm>
            <a:off x="7635240" y="1783080"/>
            <a:ext cx="685800" cy="685800"/>
          </a:xfrm>
          <a:prstGeom prst="ellipse">
            <a:avLst/>
          </a:prstGeom>
          <a:solidFill>
            <a:srgbClr val="DC9645">
              <a:alpha val="88000"/>
            </a:srgbClr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1892808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315200" y="2651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7315200" y="31089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content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campaigns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95C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Proposals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9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RFP Response and Technical Writing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Deliver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01168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coordination, technical writing, and graphic design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organization of past projects and capabilities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deliverables meeting compliance standards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expertise in construction management RFPs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Options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0" y="2011680"/>
            <a:ext cx="3474720" cy="6400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5029200" y="2011680"/>
            <a:ext cx="45720" cy="640080"/>
          </a:xfrm>
          <a:prstGeom prst="rect">
            <a:avLst/>
          </a:prstGeom>
          <a:solidFill>
            <a:srgbClr val="0695C2"/>
          </a:solidFill>
          <a:ln/>
        </p:spPr>
      </p:sp>
      <p:sp>
        <p:nvSpPr>
          <p:cNvPr id="11" name="Text 8"/>
          <p:cNvSpPr/>
          <p:nvPr/>
        </p:nvSpPr>
        <p:spPr>
          <a:xfrm>
            <a:off x="525780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0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9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$7,000/mo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257800" y="23317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FTE, 1.5 concurrent proposals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0" y="2788920"/>
            <a:ext cx="3474720" cy="6400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5" name="Shape 12"/>
          <p:cNvSpPr/>
          <p:nvPr/>
        </p:nvSpPr>
        <p:spPr>
          <a:xfrm>
            <a:off x="5029200" y="2788920"/>
            <a:ext cx="45720" cy="640080"/>
          </a:xfrm>
          <a:prstGeom prst="rect">
            <a:avLst/>
          </a:prstGeom>
          <a:solidFill>
            <a:srgbClr val="0695C2"/>
          </a:solidFill>
          <a:ln/>
        </p:spPr>
      </p:sp>
      <p:sp>
        <p:nvSpPr>
          <p:cNvPr id="16" name="Text 13"/>
          <p:cNvSpPr/>
          <p:nvPr/>
        </p:nvSpPr>
        <p:spPr>
          <a:xfrm>
            <a:off x="525780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Professional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5800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9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$10,500/mo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57800" y="3108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FTE, higher throughput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0" y="3566160"/>
            <a:ext cx="3474720" cy="6400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0" name="Shape 17"/>
          <p:cNvSpPr/>
          <p:nvPr/>
        </p:nvSpPr>
        <p:spPr>
          <a:xfrm>
            <a:off x="5029200" y="3566160"/>
            <a:ext cx="45720" cy="640080"/>
          </a:xfrm>
          <a:prstGeom prst="rect">
            <a:avLst/>
          </a:prstGeom>
          <a:solidFill>
            <a:srgbClr val="0695C2"/>
          </a:solidFill>
          <a:ln/>
        </p:spPr>
      </p:sp>
      <p:sp>
        <p:nvSpPr>
          <p:cNvPr id="21" name="Text 18"/>
          <p:cNvSpPr/>
          <p:nvPr/>
        </p:nvSpPr>
        <p:spPr>
          <a:xfrm>
            <a:off x="525780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5800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9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$13,000/mo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257800" y="38862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FTE, maximum capacity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980D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Development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8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Dev Teams Built in Your Environment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01168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and mobile applications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 and workflow improvements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projects and custom tooling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Data/AI, Systems, and Salesforce specializations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Options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0" y="2011680"/>
            <a:ext cx="3474720" cy="6400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5029200" y="2011680"/>
            <a:ext cx="45720" cy="640080"/>
          </a:xfrm>
          <a:prstGeom prst="rect">
            <a:avLst/>
          </a:prstGeom>
          <a:solidFill>
            <a:srgbClr val="A980D5"/>
          </a:solidFill>
          <a:ln/>
        </p:spPr>
      </p:sp>
      <p:sp>
        <p:nvSpPr>
          <p:cNvPr id="11" name="Text 8"/>
          <p:cNvSpPr/>
          <p:nvPr/>
        </p:nvSpPr>
        <p:spPr>
          <a:xfrm>
            <a:off x="525780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POC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0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$3,000/mo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257800" y="23317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FTE, proof of concept work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0" y="2788920"/>
            <a:ext cx="3474720" cy="6400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5" name="Shape 12"/>
          <p:cNvSpPr/>
          <p:nvPr/>
        </p:nvSpPr>
        <p:spPr>
          <a:xfrm>
            <a:off x="5029200" y="2788920"/>
            <a:ext cx="45720" cy="640080"/>
          </a:xfrm>
          <a:prstGeom prst="rect">
            <a:avLst/>
          </a:prstGeom>
          <a:solidFill>
            <a:srgbClr val="A980D5"/>
          </a:solidFill>
          <a:ln/>
        </p:spPr>
      </p:sp>
      <p:sp>
        <p:nvSpPr>
          <p:cNvPr id="16" name="Text 13"/>
          <p:cNvSpPr/>
          <p:nvPr/>
        </p:nvSpPr>
        <p:spPr>
          <a:xfrm>
            <a:off x="525780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Half Share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5800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$6,000/mo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57800" y="3108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 FTE, consistent delivery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0" y="3566160"/>
            <a:ext cx="3474720" cy="6400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0" name="Shape 17"/>
          <p:cNvSpPr/>
          <p:nvPr/>
        </p:nvSpPr>
        <p:spPr>
          <a:xfrm>
            <a:off x="5029200" y="3566160"/>
            <a:ext cx="45720" cy="640080"/>
          </a:xfrm>
          <a:prstGeom prst="rect">
            <a:avLst/>
          </a:prstGeom>
          <a:solidFill>
            <a:srgbClr val="A980D5"/>
          </a:solidFill>
          <a:ln/>
        </p:spPr>
      </p:sp>
      <p:sp>
        <p:nvSpPr>
          <p:cNvPr id="21" name="Text 18"/>
          <p:cNvSpPr/>
          <p:nvPr/>
        </p:nvSpPr>
        <p:spPr>
          <a:xfrm>
            <a:off x="525780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Share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5800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8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$12,000/mo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257800" y="38862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FTE, full team capacity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solidFill>
            <a:srgbClr val="455E7F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4251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is yours. We build in your GitHub, your cloud, your complete control.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CB3A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Recruiting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Talent Matching That Fills Roles 60% Faster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01168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candidate scoring customized to your culture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recruiters sourcing across all major platforms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candidate profiles with scoring rationale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integration with your existing systems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Options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0" y="2011680"/>
            <a:ext cx="3474720" cy="6400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5029200" y="2011680"/>
            <a:ext cx="45720" cy="640080"/>
          </a:xfrm>
          <a:prstGeom prst="rect">
            <a:avLst/>
          </a:prstGeom>
          <a:solidFill>
            <a:srgbClr val="3CB3A2"/>
          </a:solidFill>
          <a:ln/>
        </p:spPr>
      </p:sp>
      <p:sp>
        <p:nvSpPr>
          <p:cNvPr id="11" name="Text 8"/>
          <p:cNvSpPr/>
          <p:nvPr/>
        </p:nvSpPr>
        <p:spPr>
          <a:xfrm>
            <a:off x="525780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0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C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$3,000/mo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257800" y="23317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active positions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0" y="2788920"/>
            <a:ext cx="3474720" cy="6400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5" name="Shape 12"/>
          <p:cNvSpPr/>
          <p:nvPr/>
        </p:nvSpPr>
        <p:spPr>
          <a:xfrm>
            <a:off x="5029200" y="2788920"/>
            <a:ext cx="45720" cy="640080"/>
          </a:xfrm>
          <a:prstGeom prst="rect">
            <a:avLst/>
          </a:prstGeom>
          <a:solidFill>
            <a:srgbClr val="3CB3A2"/>
          </a:solidFill>
          <a:ln/>
        </p:spPr>
      </p:sp>
      <p:sp>
        <p:nvSpPr>
          <p:cNvPr id="16" name="Text 13"/>
          <p:cNvSpPr/>
          <p:nvPr/>
        </p:nvSpPr>
        <p:spPr>
          <a:xfrm>
            <a:off x="525780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Professional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5800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C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$6,000/mo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57800" y="3108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active positions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0" y="3566160"/>
            <a:ext cx="3474720" cy="914400"/>
          </a:xfrm>
          <a:prstGeom prst="rect">
            <a:avLst/>
          </a:prstGeom>
          <a:solidFill>
            <a:srgbClr val="3CB3A2"/>
          </a:solidFill>
          <a:ln/>
        </p:spPr>
      </p:sp>
      <p:sp>
        <p:nvSpPr>
          <p:cNvPr id="20" name="Text 17"/>
          <p:cNvSpPr/>
          <p:nvPr/>
        </p:nvSpPr>
        <p:spPr>
          <a:xfrm>
            <a:off x="5120640" y="3611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6492240" y="3611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Time-to-Hire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AI-Enhanced Matching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55E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7A83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20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Purely Flex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Recommended Starting Point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1463040"/>
            <a:ext cx="2926080" cy="1280160"/>
          </a:xfrm>
          <a:prstGeom prst="rect">
            <a:avLst>
              <a:gd name="adj" fmla="val 7143"/>
            </a:avLst>
          </a:prstGeom>
          <a:solidFill>
            <a:srgbClr val="344A63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508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7A8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$6,000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152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02336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access to all three service areas: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023360" y="2011680"/>
            <a:ext cx="228600" cy="228600"/>
          </a:xfrm>
          <a:prstGeom prst="ellipse">
            <a:avLst/>
          </a:prstGeom>
          <a:solidFill>
            <a:srgbClr val="3CB3A2"/>
          </a:solidFill>
          <a:ln/>
        </p:spPr>
      </p:sp>
      <p:sp>
        <p:nvSpPr>
          <p:cNvPr id="11" name="Text 8"/>
          <p:cNvSpPr/>
          <p:nvPr/>
        </p:nvSpPr>
        <p:spPr>
          <a:xfrm>
            <a:off x="438912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Recruiting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6072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active positions at any time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023360" y="2514600"/>
            <a:ext cx="228600" cy="228600"/>
          </a:xfrm>
          <a:prstGeom prst="ellipse">
            <a:avLst/>
          </a:prstGeom>
          <a:solidFill>
            <a:srgbClr val="0695C2"/>
          </a:solidFill>
          <a:ln/>
        </p:spPr>
      </p:sp>
      <p:sp>
        <p:nvSpPr>
          <p:cNvPr id="14" name="Text 11"/>
          <p:cNvSpPr/>
          <p:nvPr/>
        </p:nvSpPr>
        <p:spPr>
          <a:xfrm>
            <a:off x="438912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Proposals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760720" y="2468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professionally managed proposal per quarter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023360" y="3017520"/>
            <a:ext cx="228600" cy="228600"/>
          </a:xfrm>
          <a:prstGeom prst="ellipse">
            <a:avLst/>
          </a:prstGeom>
          <a:solidFill>
            <a:srgbClr val="A980D5"/>
          </a:solidFill>
          <a:ln/>
        </p:spPr>
      </p:sp>
      <p:sp>
        <p:nvSpPr>
          <p:cNvPr id="17" name="Text 14"/>
          <p:cNvSpPr/>
          <p:nvPr/>
        </p:nvSpPr>
        <p:spPr>
          <a:xfrm>
            <a:off x="438912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760720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 hours per week of focused dev work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1520" y="3474720"/>
            <a:ext cx="7680960" cy="36576"/>
          </a:xfrm>
          <a:prstGeom prst="rect">
            <a:avLst/>
          </a:prstGeom>
          <a:solidFill>
            <a:srgbClr val="D7A839">
              <a:alpha val="5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A8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Start Here?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all services before committing  |  Month-to-month flexibility  |  Scale what works  |  No long-term contracts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7A8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Purely Works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B0B0B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234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Client IP Ownership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17373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all code, data, and intellectual property from day one. No licensing fees ever.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474720" y="109728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B0B0B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2801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69080" y="1234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Vendor Lock-In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657600" y="17373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agreements. Scale up or down with 30 days notice. No penalties.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217920" y="109728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B0B0B0">
                <a:alpha val="2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8016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12280" y="1234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Infrastructure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400800" y="17373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in your repos, your cloud, your systems. Nothing trapped in our environment.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31520" y="292608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B0B0B0">
                <a:alpha val="2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0896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3063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Transparent Pricing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914400" y="3566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monthly fee per team. All third-party costs identified upfront. No surprises.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474720" y="292608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B0B0B0">
                <a:alpha val="2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10896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69080" y="3063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Partnership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657600" y="3566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an extension of your team, not a vendor. Your priorities drive our work.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217920" y="292608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B0B0B0">
                <a:alpha val="2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10896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12280" y="3063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 Productivity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400800" y="3566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Remote-global team means work happens round-the-clock across time zones.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7A8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ROI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fractional teams make more sense than internal hiring.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657600" cy="31089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3657600" cy="502920"/>
          </a:xfrm>
          <a:prstGeom prst="rect">
            <a:avLst/>
          </a:prstGeom>
          <a:solidFill>
            <a:srgbClr val="7A8BA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813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Internally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Writer: $75K-$95K/yr + benefits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Recruiter: $60K-$80K/yr + benefits + tools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Jr. Developer: $80K-$100K/yr + benefits + tools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$215K - $275K/year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3 generalists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3657600" cy="3108960"/>
          </a:xfrm>
          <a:prstGeom prst="rect">
            <a:avLst/>
          </a:prstGeom>
          <a:solidFill>
            <a:srgbClr val="455E7F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463040"/>
            <a:ext cx="3657600" cy="502920"/>
          </a:xfrm>
          <a:prstGeom prst="rect">
            <a:avLst/>
          </a:prstGeom>
          <a:solidFill>
            <a:srgbClr val="D7A839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4813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Purely Works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6+ specialized FTE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benefits, equipment, or tool costs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hiring, training, or management overhead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566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A8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$6K/month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5488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6+ specialists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7A8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Work Together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operate as a seamless extension of your team.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8745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B0B0B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70432" y="1737360"/>
            <a:ext cx="640080" cy="640080"/>
          </a:xfrm>
          <a:prstGeom prst="ellipse">
            <a:avLst/>
          </a:prstGeom>
          <a:solidFill>
            <a:srgbClr val="455E7F"/>
          </a:solidFill>
          <a:ln/>
        </p:spPr>
      </p:sp>
      <p:sp>
        <p:nvSpPr>
          <p:cNvPr id="7" name="Text 5"/>
          <p:cNvSpPr/>
          <p:nvPr/>
        </p:nvSpPr>
        <p:spPr>
          <a:xfrm>
            <a:off x="1170432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7A8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learn your goals, pain points, and priorities in an initial conversation.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1554480"/>
            <a:ext cx="18745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B0B0B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9272" y="1737360"/>
            <a:ext cx="640080" cy="640080"/>
          </a:xfrm>
          <a:prstGeom prst="ellipse">
            <a:avLst/>
          </a:prstGeom>
          <a:solidFill>
            <a:srgbClr val="455E7F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7A8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34640" y="2560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34640" y="29718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integrate into your tools, systems, and workflows within your environment.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554480"/>
            <a:ext cx="18745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B0B0B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68112" y="1737360"/>
            <a:ext cx="640080" cy="640080"/>
          </a:xfrm>
          <a:prstGeom prst="ellipse">
            <a:avLst/>
          </a:prstGeom>
          <a:solidFill>
            <a:srgbClr val="455E7F"/>
          </a:solidFill>
          <a:ln/>
        </p:spPr>
      </p:sp>
      <p:sp>
        <p:nvSpPr>
          <p:cNvPr id="17" name="Text 15"/>
          <p:cNvSpPr/>
          <p:nvPr/>
        </p:nvSpPr>
        <p:spPr>
          <a:xfrm>
            <a:off x="5468112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7A8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983480" y="2560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29718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teams start producing results from week one with full transparency.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95160" y="1554480"/>
            <a:ext cx="18745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B0B0B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16952" y="1737360"/>
            <a:ext cx="640080" cy="640080"/>
          </a:xfrm>
          <a:prstGeom prst="ellipse">
            <a:avLst/>
          </a:prstGeom>
          <a:solidFill>
            <a:srgbClr val="455E7F"/>
          </a:solidFill>
          <a:ln/>
        </p:spPr>
      </p:sp>
      <p:sp>
        <p:nvSpPr>
          <p:cNvPr id="22" name="Text 20"/>
          <p:cNvSpPr/>
          <p:nvPr/>
        </p:nvSpPr>
        <p:spPr>
          <a:xfrm>
            <a:off x="7616952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7A8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0" y="2560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29718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capacity where you need it most. Shift priorities month to month.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55E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7A8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Get Started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657600" y="1920240"/>
            <a:ext cx="1828800" cy="36576"/>
          </a:xfrm>
          <a:prstGeom prst="rect">
            <a:avLst/>
          </a:prstGeom>
          <a:solidFill>
            <a:srgbClr val="D7A839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194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8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Purely Flex. Scale what works.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8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long-term contracts. No risk.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3200400"/>
            <a:ext cx="4572000" cy="1097280"/>
          </a:xfrm>
          <a:prstGeom prst="rect">
            <a:avLst>
              <a:gd name="adj" fmla="val 6667"/>
            </a:avLst>
          </a:prstGeom>
          <a:solidFill>
            <a:srgbClr val="D7A839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246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55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 a Discovery Call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farid@purelyworks.com  |  www.purelyworks.com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Farid Kheloco  |  CEO / Co-Founder  |  Purely Works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Purely Works - AI-Enabled Services</dc:title>
  <dc:subject>PptxGenJS Presentation</dc:subject>
  <dc:creator>Farid Kheloco</dc:creator>
  <cp:lastModifiedBy>Farid Kheloco</cp:lastModifiedBy>
  <cp:revision>1</cp:revision>
  <dcterms:created xsi:type="dcterms:W3CDTF">2026-02-06T00:29:57Z</dcterms:created>
  <dcterms:modified xsi:type="dcterms:W3CDTF">2026-02-06T00:29:57Z</dcterms:modified>
</cp:coreProperties>
</file>